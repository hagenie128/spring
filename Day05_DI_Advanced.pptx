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②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4일차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/ @Qualifier / @Value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빈 교체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+ 종합 실습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Maven  ·  Java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@Qualifier / @Primary / @Value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 Bean 2개+ 상황을 해결하고 .properties 값을 Bean에 주입하는 방법을 구현할 수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빈 교체 시연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코드 변경 없이 설정(XML/Java Config)만 바꿔 구현체를 교체하는 DI 핵심 원리를 설명할 수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구성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+ @Bean으로 DI를 구성하고 @ComponentScan과 혼합하는 방식을 코드로 작성할 수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vs Java Config 비교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방식의 장단점을 비교하고 각각의 적합한 사용 상황을 설명할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탐색 순서 &amp; @Primary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 Bean이 여러 개일 때 기본 Bean을 지정하는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3858768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타입 탐색 순서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3858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72768"/>
            <a:ext cx="73152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82496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63677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일치 Bean 검색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103120"/>
            <a:ext cx="64008" cy="10972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212848"/>
            <a:ext cx="3858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212848"/>
            <a:ext cx="73152" cy="5303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22576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27685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→ 주입 완료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2743200"/>
            <a:ext cx="64008" cy="10972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52928"/>
            <a:ext cx="3858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852928"/>
            <a:ext cx="73152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962656"/>
            <a:ext cx="292608" cy="29260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291693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0개 → NoSuchBeanDefinitionException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" y="3383280"/>
            <a:ext cx="64008" cy="10972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493008"/>
            <a:ext cx="3858768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493008"/>
            <a:ext cx="73152" cy="5303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02736"/>
            <a:ext cx="292608" cy="29260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355701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2개+ → @Primary Bean 선택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4023360"/>
            <a:ext cx="64008" cy="10972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133088"/>
            <a:ext cx="3858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4133088"/>
            <a:ext cx="73152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42816"/>
            <a:ext cx="292608" cy="29260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" y="419709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@Primary도 없으면 → NoUniqueBeanDefinitionException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89120" y="1207008"/>
            <a:ext cx="4407408" cy="3547872"/>
          </a:xfrm>
          <a:prstGeom prst="rect">
            <a:avLst/>
          </a:prstGeom>
          <a:solidFill>
            <a:srgbClr val="1E2D3D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120700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@Primary 예시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17136" y="1536192"/>
            <a:ext cx="4133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KakaoPayGateway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@Primary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NaverPayGateway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gateway;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NaverPayGateway 주입됨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@Primary는 구현체 클래스에 붙임 — @Qualifier 지정이 없을 때 기본 선택  |  @Qualifier &gt; @Primary (우선순위)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@Qualifier — 명시적 Bean 지정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@Primary가 있어도 특정 구현체를 선택하고 싶을 때 사용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029200" cy="2304288"/>
          </a:xfrm>
          <a:prstGeom prst="rect">
            <a:avLst/>
          </a:prstGeom>
          <a:solidFill>
            <a:srgbClr val="1E2D3D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01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gateway;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@Qualifier(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"kakaoPayGateway"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this.gateway = g;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NaverPay(@Primary)가 있어도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KakaoPay가 주입됨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3602736"/>
            <a:ext cx="8449056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0273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vs @Qualifier 비교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931920"/>
          <a:ext cx="8449056" cy="11430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371600"/>
                <a:gridCol w="323697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위치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우선순위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@Primary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 등록 클래스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@Qualifier 없을 때 기본 선택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B1F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@Qualifier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주입 받는 곳 (파라미터)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B1F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명시적으로 Bean 이름 지정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1207008"/>
            <a:ext cx="331012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207008"/>
            <a:ext cx="3310128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12070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무엇을 쓸까?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96128" y="166420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기본 구현체 지정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96128" y="192024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@Primary 사용 — Bean 클래스에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96128" y="22585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상황에서 다른 구현체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96128" y="251460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@Qualifier 사용 — 주입받는 곳에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96128" y="285292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이름으로 명확히 지정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96128" y="31089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@Resource(name=...) 사용 가능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+ @PropertySource — 외부 설정 주입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.properties 파일 값을 Bean 필드에 주입 — 설정과 코드 분리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store.properties → Spring Environment → Bean 필드 주입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651760" cy="1810512"/>
          </a:xfrm>
          <a:prstGeom prst="rect">
            <a:avLst/>
          </a:prstGeom>
          <a:solidFill>
            <a:srgbClr val="1E2D3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store.properties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store.name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=그린키오스크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store.openTime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=09:00~22:00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store.maxOrder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17627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17520" y="2706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4448" y="1572768"/>
            <a:ext cx="5212080" cy="1810512"/>
          </a:xfrm>
          <a:prstGeom prst="rect">
            <a:avLst/>
          </a:prstGeom>
          <a:solidFill>
            <a:srgbClr val="1E2D3D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664208"/>
            <a:ext cx="4937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@PropertySource(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"classpath:store.properties"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StoreProperties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@Value(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"${store.name}"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storeName;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@Value(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"${store.maxOrder}"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maxOrder;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3456432"/>
            <a:ext cx="8449056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PropertySourcesPlaceholderConfigurer Bean 등록 필수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803904"/>
            <a:ext cx="413308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803904"/>
            <a:ext cx="4133088" cy="2926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80390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방식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" y="4133088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87952"/>
            <a:ext cx="3712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PropertySourcesPlaceholder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Configurer psc()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PropertySources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PlaceholderConfigurer();</a:t>
            </a:r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3803904"/>
            <a:ext cx="413308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3803904"/>
            <a:ext cx="4133088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80390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방식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82312" y="4133088"/>
            <a:ext cx="384048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187952"/>
            <a:ext cx="3712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&lt;context: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property-placeholder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"classpath: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store.properties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Interface를 이용한 Bean 교체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코드 변경 없이 설정만 바꿔 구현체 교체 — DI의 핵심 가치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ShippingPolicy 인터페이스 + 두 가지 구현체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572768"/>
            <a:ext cx="2194560" cy="475488"/>
          </a:xfrm>
          <a:prstGeom prst="rect">
            <a:avLst/>
          </a:prstGeom>
          <a:solidFill>
            <a:srgbClr val="7B1FA2">
              <a:alpha val="20000"/>
            </a:srgbClr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72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ShippingPolicy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03904" y="2048256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304288"/>
            <a:ext cx="6583680" cy="6400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304288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99832" y="2304288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560320"/>
            <a:ext cx="2011680" cy="475488"/>
          </a:xfrm>
          <a:prstGeom prst="rect">
            <a:avLst/>
          </a:prstGeom>
          <a:solidFill>
            <a:srgbClr val="43A047">
              <a:alpha val="20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ExpressShipping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배송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84848" y="2560320"/>
            <a:ext cx="2011680" cy="475488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StandardShipping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84848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배송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17520" y="2560320"/>
            <a:ext cx="31089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17520" y="2560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35424" y="3035808"/>
            <a:ext cx="64008" cy="2560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인터페이스에만 의존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621024"/>
            <a:ext cx="8449056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210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설정 한 줄만 바꿔서 배송 정책 교체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3931920"/>
            <a:ext cx="413308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931920"/>
            <a:ext cx="4133088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319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ExpressShipping 주입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" y="4261104"/>
            <a:ext cx="384048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7083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&lt;constructor-arg ref="expressShipping"/&gt;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45152" y="3931920"/>
            <a:ext cx="413308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3931920"/>
            <a:ext cx="413308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93192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StandardShipping 주입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82312" y="4261104"/>
            <a:ext cx="384048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37083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&lt;constructor-arg ref="standardShipping"/&gt;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교체 — 실무 적용 패턴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변경 없이 구현체만 교체하는 DI의 가치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1330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4133088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수단 교체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1965960"/>
            <a:ext cx="64008" cy="18288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167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KakaoPayGateway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2404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NaverPayGateway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2642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TossGateway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45152" y="1234440"/>
            <a:ext cx="41330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1234440"/>
            <a:ext cx="4133088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23444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수단 교체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82312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NotificationSender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19472" y="1965960"/>
            <a:ext cx="64008" cy="18288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167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EmailSender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82312" y="2404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SmsSender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82312" y="2642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KakaoTalkSender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3081528"/>
            <a:ext cx="41330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081528"/>
            <a:ext cx="4133088" cy="3657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8152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교체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UserRepository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" y="3813048"/>
            <a:ext cx="64008" cy="18288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40142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JdbcUserRepository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" y="4251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JpaUserRepository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MemoryUserRepository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45152" y="3081528"/>
            <a:ext cx="41330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3081528"/>
            <a:ext cx="4133088" cy="365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308152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대역 (Mock)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82312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EmailSender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19472" y="3813048"/>
            <a:ext cx="64008" cy="18288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40142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MockEmailSender (테스트 시 실제 메일 발송 방지)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" y="4956048"/>
            <a:ext cx="8449056" cy="16459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956048"/>
            <a:ext cx="8449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OrderService 코드는 전혀 수정하지 않음 — XML/Java Config 설정 한 줄만 바꾸면 배송 정책 교체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등록 3가지 방식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· 어노테이션 · Java Config — 각각의 역할과 장단점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73152" cy="1170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1  XML 설정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91056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"menuService"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"...MenuService"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ref=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"menuRepository"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609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외부 라이브러리 적용 가능, 설정 한눈에 파악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XML 파일 분리, IDE 지원 제한적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468880"/>
            <a:ext cx="84490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468880"/>
            <a:ext cx="73152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23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2  @Component 어노테이션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0779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MenuRepository 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... }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코드와 설정 가까이, 간결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218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클래스를 직접 수정해야 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730752"/>
            <a:ext cx="8449056" cy="1170432"/>
          </a:xfrm>
          <a:prstGeom prst="rect">
            <a:avLst/>
          </a:prstGeom>
          <a:solidFill>
            <a:srgbClr val="F1F8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30752"/>
            <a:ext cx="73152" cy="11704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767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3  Java Config (@Bean)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3931920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6966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AppConfig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menuService()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menuRepository());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타입 안전, IDE 완전 지원, 조건 분기 가능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코드로 설정 작성 필요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+ @Bean 핵심 규칙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없이 @Bean만 쓰면 싱글톤이 보장되지 않습니다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5029200" cy="2578608"/>
          </a:xfrm>
          <a:prstGeom prst="rect">
            <a:avLst/>
          </a:prstGeom>
          <a:solidFill>
            <a:srgbClr val="1E2D3D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Config 작성법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AppConfig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메서드명 = Bean 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menuRepository()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menuService()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menuRepository());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207008"/>
            <a:ext cx="331012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207008"/>
            <a:ext cx="3310128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2070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 3가지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1664208"/>
            <a:ext cx="274320" cy="2743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1627632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@Bean 메서드명 → Bean 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322576"/>
            <a:ext cx="274320" cy="2743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22860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@Configuration 내 @Bean 메서드 호출 = 프록시가 같은 인스턴스 반환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2980944"/>
            <a:ext cx="274320" cy="2743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944368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@ComponentScan으로 자동 등록 + @Bean으로 수동 등록 혼합 가능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858768"/>
            <a:ext cx="8449056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587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프록시(CGLIB) 처리 — 싱글톤 보장 vs Lite 모드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7472" y="4224528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4224528"/>
            <a:ext cx="73152" cy="8686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있음  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2064" y="4553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CGLIB 프록시로 감싸져 menuRepository()를 몇 번 호출해도 같은 인스턴스 반환 (싱글톤 보장)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45152" y="4224528"/>
            <a:ext cx="41330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4224528"/>
            <a:ext cx="73152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없음  ✗ (Lite 모드)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09744" y="4553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@Bean 메서드를 직접 호출할 때마다 new로 새 객체 생성 → 싱글톤 깨짐!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실습 — 회원관리 서비스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+ @ComponentScan 혼합 방식으로 전체 구성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449056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MemberAppConfig 구성도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4572000" cy="475488"/>
          </a:xfrm>
          <a:prstGeom prst="rect">
            <a:avLst/>
          </a:prstGeom>
          <a:solidFill>
            <a:srgbClr val="7B1FA2">
              <a:alpha val="20000"/>
            </a:srgbClr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544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MemberAppConfig  (@Configuration + @ComponentScan)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29968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2286000"/>
            <a:ext cx="6446520" cy="64008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286000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78608"/>
            <a:ext cx="1828800" cy="237744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78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@Bean 수동 등록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871216"/>
            <a:ext cx="18288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71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PasswordEncoder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81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class)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286000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578608"/>
            <a:ext cx="1828800" cy="237744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578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@ComponentScan 자동 스캔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2871216"/>
            <a:ext cx="18288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2871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JdbcUserRepository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081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(@Repository)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64008" cy="256032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871216"/>
            <a:ext cx="18288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2871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081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(@Service)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291840"/>
            <a:ext cx="2194560" cy="25603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주입: UserRepository + PasswordEncoder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630168"/>
            <a:ext cx="8449056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30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MemberMainApp 예상 출력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3931920"/>
            <a:ext cx="8449056" cy="116128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[PasswordEncoder] 비밀번호 암호화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[JdbcUserRepository] DB에 회원 저장: user01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[UserService] 회원 등록 완료: user01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5일차 실습에서 흔히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73152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07592"/>
            <a:ext cx="566928" cy="182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075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0432" y="12801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NoUniqueBeanDefinitionException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같은 타입 Bean 2개 이상, @Primary/@Qualifier 미설정   →   해결: 기본 Bean에 @Primary 추가 또는 주입 지점에 @Qualifier 추가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1984248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84248"/>
            <a:ext cx="7315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057400"/>
            <a:ext cx="566928" cy="182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574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70432" y="202996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IllegalArgumentException: Could not resolve placeholder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368296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@Value 사용 시 PropertySourcesPlaceholderConfigurer Bean 미등록   →   해결: Java Config에 @Bean static psc() 추가 또는 XML에 context:property-placeholder 추가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2734056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734056"/>
            <a:ext cx="73152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807208"/>
            <a:ext cx="566928" cy="182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807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27797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BeanDefinitionParsingException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118104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@Configuration 없이 @Bean만 사용 — Lite 모드로 싱글톤 미보장   →   해결: @Bean 사용 클래스에 @Configuration 어노테이션 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483864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483864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57016"/>
            <a:ext cx="566928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570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70432" y="35295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  (@ComponentScan)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86791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@ComponentScan base-package 경로 오타 또는 누락   →   해결: @ComponentScan 패키지 경로 재확인 — 최상위 패키지로 설정 권장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" y="4233672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233672"/>
            <a:ext cx="73152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306824"/>
            <a:ext cx="566928" cy="1828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3068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70432" y="42793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UnsatisfiedDependencyException  (Java Config)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617720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AppConfig에서 의존성 @Bean 메서드 누락   →   해결: AppConfig에 해당 Bean의 @Bean 메서드 추가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안내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day05/problems/ 폴더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73152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399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@Primary로 기본 구현체 지정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problems/problem01/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1488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148840"/>
            <a:ext cx="73152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240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+ @PropertySource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problems/problem02/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35808"/>
            <a:ext cx="7315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127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(@Configuration + @Bean)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problems/problem03/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2277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922776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0142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교체 + Java Config 전체 구현  (도전)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105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problems/problem04/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4(도전): Interface 교체 + Java Config 전체 구현 — ShippingPolicy + PaymentGateway를 모두 Java Config로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91440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42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4241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&amp; @Qualifier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@Primary: 기본 Bean 지정 (Bean 클래스에)  |  @Qualifier: 명시적 선택 (주입 받는 곳에)  |  우선순위: @Qualifier &gt; @Primary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9144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+ @PropertySource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.properties 파일 값을 Bean 필드에 주입  |  PropertySourcesPlaceholderConfigurer Bean 등록 필수  |  ${} vs #{} 구분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62656"/>
            <a:ext cx="91440" cy="8686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빈 교체 — DI의 핵심 가치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코드 변경 없이 설정만 바꿔 구현체 교체  |  결제/알림/저장소/테스트 대역에서 활용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50208"/>
            <a:ext cx="9144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050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0507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(@Configuration + @Bean)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52544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필수 (싱글톤 CGLIB 프록시)  |  @ComponentScan 혼합 사용  |  Spring Boot의 기본 방식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solidFill>
            <a:srgbClr val="F4511E">
              <a:alpha val="20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44168"/>
            <a:ext cx="64008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081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 구조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요청 처리 흐름 — DispatcherServlet이 모든 HTTP 요청을 받아 처리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5856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+ @RequestMapping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 작성법 — URL을 Java 메서드에 매핑하는 방법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44952"/>
            <a:ext cx="64008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Resolver + JSP 연동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 결과를 JSP로 렌더링 — 뷰 이름과 실제 파일 경로 연결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95344"/>
            <a:ext cx="64008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5935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키오스크 메뉴 목록 화면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Spring MVC 프로젝트로 메뉴 목록 페이지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0D2A3A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서블릿(Servlet)과 HTTP 요청/응답 흐름 간단히 복습 — doGet, doPost, HttpServletRequest 기억해두기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5일차 - Dependency Injection ②</dc:title>
  <dc:subject>PptxGenJS Presentation</dc:subject>
  <dc:creator>PptxGenJS</dc:creator>
  <cp:lastModifiedBy>PptxGenJS</cp:lastModifiedBy>
  <cp:revision>1</cp:revision>
  <dcterms:created xsi:type="dcterms:W3CDTF">2026-05-25T16:44:20Z</dcterms:created>
  <dcterms:modified xsi:type="dcterms:W3CDTF">2026-05-25T16:44:20Z</dcterms:modified>
</cp:coreProperties>
</file>