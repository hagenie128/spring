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64008" cy="51435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풀스택 개발자 양성과정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①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097280" cy="43891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8716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4871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선수학습: 3일차 완료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914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197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~ 18:00  (8H)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80760" y="1901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21854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개념과 필요성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80760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31729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주입 / Setter 주입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80760" y="38770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3-4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4160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어노테이션 DI &amp; XML DI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6.2  ·  Maven  ·  Java 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수업이 끝나면 다음을 할 수 있어야 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15727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25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1344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필요성 설명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0352" y="189280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강한 결합과 느슨한 결합의 차이를 예제 코드로 설명하고 DI가 필요한 이유를 말할 수 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234440"/>
            <a:ext cx="73152" cy="15727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3258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76088" y="1344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/ Setter 주입 구현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82312" y="1892808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주입과 Setter 주입의 차이를 코드로 구현하고 각각의 적합한 사용 상황을 비교할 수 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9008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90088"/>
            <a:ext cx="73152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81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24128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/ @Qualifier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30352" y="36484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@Autowired의 타입 탐색 순서와 @Qualifier로 모호성을 해결하는 방법을 설명할 수 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99008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990088"/>
            <a:ext cx="73152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0815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276088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DI 구성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82312" y="3648456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XML의 &lt;constructor-arg&gt;와 &lt;property&gt;로 Bean 간 의존성을 주입하는 설정을 작성할 수 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IoC와 DI의 관계 — 강한 결합의 문제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IoC가 큰 원리라면 DI는 IoC를 구현하는 대표적인 방법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11480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73152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76472" y="1225296"/>
            <a:ext cx="658368" cy="2194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12252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원리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 (Inversion of Control)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16002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생성과 관리의 제어권을 컨테이너가 가져감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개발자가 new로 직접 생성하지 않고 Spring이 대신 생성·관리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45152" y="1207008"/>
            <a:ext cx="411480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1207008"/>
            <a:ext cx="73152" cy="107899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4152" y="1225296"/>
            <a:ext cx="658368" cy="219456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74152" y="12252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구현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8032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 (Dependency Injection)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28032" y="16002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컨테이너가 Bean 사이의 의존 관계를 외부에서 넣어줌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객체를 직접 생성하지 않고 받아서 사용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" y="2395728"/>
            <a:ext cx="8449056" cy="292608"/>
          </a:xfrm>
          <a:prstGeom prst="rect">
            <a:avLst/>
          </a:prstGeom>
          <a:solidFill>
            <a:srgbClr val="C62828">
              <a:alpha val="12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95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강한 결합 코드  —  문제가 되는 이유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7472" y="2724912"/>
            <a:ext cx="4937760" cy="157276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816352"/>
            <a:ext cx="4663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OrderService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OrderRepository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new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JdbcOrderRepository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repository.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40680" y="2843784"/>
            <a:ext cx="274320" cy="2743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28254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OrderService가 JdbcOrderRepository 구현체를 직접 알고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40680" y="3319272"/>
            <a:ext cx="274320" cy="2743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33009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테스트할 때 가짜 Repository로 바꾸기 어렵다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40680" y="3794760"/>
            <a:ext cx="274320" cy="2743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37764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MySQL→파일/메모리로 바꾸면 서비스 코드를 수정해야 한다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느슨한 결합 — DI로 해결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서비스는 인터페이스만 의존, 구현체 선택은 외부(Spring)가 담당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846320" cy="2176272"/>
          </a:xfrm>
          <a:prstGeom prst="rect">
            <a:avLst/>
          </a:prstGeom>
          <a:solidFill>
            <a:srgbClr val="1E2D3D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07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느슨한 결합  (DI 적용)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OrderService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OrderRepository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repository;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OrderService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OrderRepository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repository)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repository;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49240" y="1207008"/>
            <a:ext cx="34747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0" y="1353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1737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 의존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2176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OrderRepository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25054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                 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27249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Jdbc...   Memory...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3474720"/>
            <a:ext cx="8449056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747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3가지 방식 미리보기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803904"/>
            <a:ext cx="2724912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803904"/>
            <a:ext cx="272491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40864" y="3822192"/>
            <a:ext cx="694944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40864" y="382219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권장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" y="38953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주입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" y="42428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의존성, 불변성 보장, 테스트 용이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3803904"/>
            <a:ext cx="272491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3803904"/>
            <a:ext cx="272491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93792" y="3822192"/>
            <a:ext cx="694944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382219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상황별 사용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37560" y="38953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주입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37560" y="42428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의존성, 런타임 교체 가능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53328" y="3803904"/>
            <a:ext cx="272491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53328" y="3803904"/>
            <a:ext cx="2724912" cy="5486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3822192"/>
            <a:ext cx="694944" cy="20116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382219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실무에서 지양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90488" y="38953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 주입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90488" y="42428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짧지만 테스트·불변성에 불리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주입 (Constructor Injection)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의존성에 가장 적합 — final 필드로 불변성 보장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937760" cy="2633472"/>
          </a:xfrm>
          <a:prstGeom prst="rect">
            <a:avLst/>
          </a:prstGeom>
          <a:solidFill>
            <a:srgbClr val="1E2D3D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80160"/>
            <a:ext cx="46634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OrderService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OrderRepository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repository;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DiscountPolicy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discountPolicy;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OrderService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OrderRepository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DiscountPolicy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dp)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this.repository = r;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this.discountPolicy = dp;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94960" y="1207008"/>
            <a:ext cx="340156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94960" y="1207008"/>
            <a:ext cx="3401568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20700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주입의 장점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32120" y="1682496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final 필드 사용 → 불변성 보장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532120" y="2185416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객체 생성 시점에 의존성 채워짐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32120" y="2688336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누락 시 컴파일/런타임 즉시 오류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32120" y="3191256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단위 테스트에서 직접 생성 쉬움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" y="3931920"/>
            <a:ext cx="8449056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319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ConstructorMainApp 예상 출력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4224528"/>
            <a:ext cx="8449056" cy="8686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297680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생성자 주입 실습 ===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[OrderRepository] 주문 저장: 아메리카노 x 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[FixedDiscountPolicy] 할인 금액: 1000원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[KioskOrderService] 결제 예정 금액: 8000원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주입 + 생성자 vs Setter 비교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선택적 의존성에 적합 — Setter 미호출 시 null 주의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937760" cy="1810512"/>
          </a:xfrm>
          <a:prstGeom prst="rect">
            <a:avLst/>
          </a:prstGeom>
          <a:solidFill>
            <a:srgbClr val="1E2D3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80160"/>
            <a:ext cx="46634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MenuService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MenuRepository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menuRepository;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setMenuRepository(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MenuRepository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this.menuRepository = r;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94960" y="1207008"/>
            <a:ext cx="340156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94960" y="1207008"/>
            <a:ext cx="3401568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2070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주입 사용 상황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64592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선택적으로 주입해도 되는 의존성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532120" y="1993392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런타임에 교체될 수 있는 의존성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32120" y="2340864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Setter 미호출 시 null 상태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32120" y="2651760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필수 의존성에는 생성자 주입 사용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" y="3090672"/>
            <a:ext cx="8449056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906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주입 vs Setter 주입 비교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419856"/>
          <a:ext cx="8449056" cy="1664208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314553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항목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생성자 주입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Setter 주입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의존성 성격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불변성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좋음 (final 사용 가능)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약함 (나중에 변경 가능)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누락 감지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객체 생성 시점 즉시 감지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 시점에 NPE 발생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 편의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좋음 (직접 new로 생성)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보통 (setter 별도 호출)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동작 순서 &amp; @Qualifier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@Autowired는 타입으로 탐색 — 같은 타입이 여러 개면 @Qualifier로 해결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1148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41148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070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타입 탐색 순서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792224"/>
            <a:ext cx="310896" cy="31089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737360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타입이 일치하는 Bean 검색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73152" cy="329184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42032"/>
            <a:ext cx="310896" cy="310896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487168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일치 1개 → 바로 주입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852928"/>
            <a:ext cx="73152" cy="329184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291840"/>
            <a:ext cx="310896" cy="3108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236976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일치 0개 → NoSuchBeanDefinitionException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02736"/>
            <a:ext cx="73152" cy="329184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041648"/>
            <a:ext cx="310896" cy="31089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986784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일치 2개+ → @Qualifier 또는 @Primary 필요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1207008"/>
            <a:ext cx="4224528" cy="3547872"/>
          </a:xfrm>
          <a:prstGeom prst="rect">
            <a:avLst/>
          </a:prstGeom>
          <a:solidFill>
            <a:srgbClr val="1E2D3D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207008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@Qualifier 사용 예시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81728" y="1536192"/>
            <a:ext cx="40050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MessageSender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@Component(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"smsSender"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SmsSender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implements 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@Component(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"emailSender"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EmailSender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implements 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@Autowired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@Qualifier(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"smsSender"</a:t>
            </a:r>
            <a:pPr indent="0" marL="0"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</a:t>
            </a:r>
            <a:pPr indent="0" marL="0"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MessageSender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sender;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7472" y="4828032"/>
            <a:ext cx="8449056" cy="27432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828032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필드 주입(@Autowired 필드에 직접)은 원리 학습용 — 실무 기본값은 생성자 주입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· @Inject · @Resource 비교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Spring에서는 @Autowired 중심으로 사용 — 표준 어노테이션도 지원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2724912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2724912" cy="5029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14016" y="1225296"/>
            <a:ext cx="621792" cy="20116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14016" y="122529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많이 사용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@Autowired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" y="1773936"/>
            <a:ext cx="1097280" cy="237744"/>
          </a:xfrm>
          <a:prstGeom prst="rect">
            <a:avLst/>
          </a:prstGeom>
          <a:solidFill>
            <a:srgbClr val="43A047">
              <a:alpha val="2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792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소속: Spring Framework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" y="2048256"/>
            <a:ext cx="822960" cy="237744"/>
          </a:xfrm>
          <a:prstGeom prst="rect">
            <a:avLst/>
          </a:prstGeom>
          <a:solidFill>
            <a:srgbClr val="43A047">
              <a:alpha val="2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0665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기준: 타입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" y="23957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Spring 전용 어노테이션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29077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기본값: 타입으로 탐색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34198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여러 개면 @Qualifier 조합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3931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required=false로 선택적 주입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1207008"/>
            <a:ext cx="272491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207008"/>
            <a:ext cx="272491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66944" y="1225296"/>
            <a:ext cx="621792" cy="20116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6944" y="122529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표준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37560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@Inject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337560" y="1773936"/>
            <a:ext cx="1097280" cy="237744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792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소속: Jakarta EE (표준)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2048256"/>
            <a:ext cx="822960" cy="237744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0665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기준: 타입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23957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Jakarta EE 표준 DI 어노테이션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29077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기본값: 타입으로 탐색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34198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Spring에서도 동작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7560" y="3931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@Named로 Bean 이름 지정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53328" y="1207008"/>
            <a:ext cx="272491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53328" y="1207008"/>
            <a:ext cx="2724912" cy="5029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19872" y="1225296"/>
            <a:ext cx="621792" cy="20116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9872" y="122529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우선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90488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@Resource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0488" y="1773936"/>
            <a:ext cx="1097280" cy="237744"/>
          </a:xfrm>
          <a:prstGeom prst="rect">
            <a:avLst/>
          </a:prstGeom>
          <a:solidFill>
            <a:srgbClr val="7B1FA2">
              <a:alpha val="2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0488" y="1792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소속: Jakarta EE (표준)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90488" y="2048256"/>
            <a:ext cx="822960" cy="237744"/>
          </a:xfrm>
          <a:prstGeom prst="rect">
            <a:avLst/>
          </a:prstGeom>
          <a:solidFill>
            <a:srgbClr val="7B1FA2">
              <a:alpha val="2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0488" y="20665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기준: 이름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90488" y="23957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Jakarta EE 표준 어노테이션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90488" y="29077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기본값: 이름(name)으로 탐색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90488" y="34198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name 없으면 타입으로 폴백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90488" y="39319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 @Resource(name="beanId")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47472" y="4937760"/>
            <a:ext cx="8449056" cy="1828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4937760"/>
            <a:ext cx="8449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기준: Spring 프로젝트는 @Autowired + @Qualifier 중심. 이름 지정이 필요하면 @Resource(name=...)도 가능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DI — &lt;constructor-arg&gt; &amp; &lt;property&gt;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value는 단순 값, ref는 다른 Spring Bean 참조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1148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411480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070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&lt;constructor-arg&gt;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82496"/>
            <a:ext cx="3767328" cy="17190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55648"/>
            <a:ext cx="35478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"paymentClient"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"...PaymentClient"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&lt;constructor-arg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"CARD"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"kioskService"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"...KioskService"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&lt;constructor-arg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ref=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"paymentClient"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11296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문자열·숫자 단순 값 주입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85876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다른 Spring Bean 참조 주입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27939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파라미터 순서/타입 확인 필요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81728" y="1207008"/>
            <a:ext cx="41148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1207008"/>
            <a:ext cx="4114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2070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&lt;property&gt;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28032" y="1682496"/>
            <a:ext cx="3767328" cy="135331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755648"/>
            <a:ext cx="354787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&lt;bean id=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"receiptPrinter"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"...ReceiptPrinter"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&lt;property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"storeName"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value=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"Spring Kiosk"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&lt;/bean&gt;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310896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setStoreName(String) 메서드 필요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3438144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규칙: set 제거 + 첫 글자 소문자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376732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setStoreName → storeName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" y="4828032"/>
            <a:ext cx="8449056" cy="274320"/>
          </a:xfrm>
          <a:prstGeom prst="rect">
            <a:avLst/>
          </a:prstGeom>
          <a:solidFill>
            <a:srgbClr val="1E2D3D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[KioskService] 주문 완료  |  [PaymentClient] CARD 결제: 12000원  |  [ReceiptPrinter] Spring Kiosk 영수증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발생하는 오류 &amp; 해결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4일차 실습에서 흔히 만나는 문제들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34440"/>
            <a:ext cx="73152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307592"/>
            <a:ext cx="566928" cy="1828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0759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70432" y="12801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NoSuchBeanDefinitionException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18488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XML에 Bean 등록 누락 또는 id 오타   →   해결: id, ref, 설정 파일 경로 재확인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1984248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984248"/>
            <a:ext cx="73152" cy="6583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057400"/>
            <a:ext cx="566928" cy="1828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05740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70432" y="202996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NoUniqueBeanDefinitionException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368296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같은 타입 Bean이 2개 이상 등록됨   →   해결: @Qualifier 또는 @Primary 사용하여 어떤 Bean인지 명시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" y="2734056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734056"/>
            <a:ext cx="73152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807208"/>
            <a:ext cx="566928" cy="1828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8072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70432" y="277977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UnsatisfiedDependencyException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118104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주입할 Bean을 찾지 못함 — component-scan 패키지 오류   →   해결: @ComponentScan 또는 XML component-scan base-package 경로 확인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" y="3483864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483864"/>
            <a:ext cx="7315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557016"/>
            <a:ext cx="566928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5570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70432" y="352958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BeanCreationException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3867912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&lt;constructor-arg&gt; 순서 또는 타입이 생성자와 불일치   →   해결: 생성자 파라미터 순서·타입과 constructor-arg 개수 일치 확인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7472" y="4233672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" y="4233672"/>
            <a:ext cx="73152" cy="65836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" y="4306824"/>
            <a:ext cx="566928" cy="18288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430682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70432" y="427939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NullPointerException (Setter 주입 시)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617720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XML에서 &lt;property&gt; 설정 누락 — Setter가 호출되지 않음   →   해결: applicationContext.xml의 &lt;property&gt; 설정 추가 확인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 안내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day04/problems/ 폴더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61872"/>
            <a:ext cx="73152" cy="7498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99032"/>
            <a:ext cx="1051560" cy="347472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990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64208" y="1399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35331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주입 XML 완성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0" y="1444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problems/problem01/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148840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148840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86000"/>
            <a:ext cx="1051560" cy="347472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64208" y="2286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22402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주입 XML 완성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4088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problems/problem02/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035808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035808"/>
            <a:ext cx="73152" cy="7498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172968"/>
            <a:ext cx="1051560" cy="347472"/>
          </a:xfrm>
          <a:prstGeom prst="rect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7296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64208" y="3172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31272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어노테이션 DI + @Qualifier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040880" y="32186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problems/problem03/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922776"/>
            <a:ext cx="844905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3922776"/>
            <a:ext cx="73152" cy="7498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059936"/>
            <a:ext cx="1051560" cy="347472"/>
          </a:xfrm>
          <a:prstGeom prst="rect">
            <a:avLst/>
          </a:prstGeom>
          <a:solidFill>
            <a:srgbClr val="F9A825">
              <a:alpha val="12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599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64208" y="40599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834640" y="401421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회원관리 서비스 DI 전체 구성  (도전)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040880" y="41056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problems/problem04/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4892040"/>
            <a:ext cx="8449056" cy="2011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892040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4(도전): 회원 관리 서비스 전체를 DI로 구성 — UserService, UserRepository, PasswordEncoder 연결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4일차 핵심 정리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91440" cy="8686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4241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042416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DI는 외부에서 의존성을 주입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89888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객체가 필요한 의존성을 직접 생성(new)하지 않고 외부(Spring 컨테이너)에서 받아서 사용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75104"/>
            <a:ext cx="9144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주입 ← 가장 권장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377440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필드·불변성 보장·누락 즉시 오류·단위 테스트 용이 | 필수 의존성에 사용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62656"/>
            <a:ext cx="91440" cy="8686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17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주입 &amp; 필드 주입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64992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Setter: 선택 의존성 / 필드 주입: 코드 짧지만 테스트·불변성 불리 — 실무에서 지양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950208"/>
            <a:ext cx="841248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50208"/>
            <a:ext cx="91440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0050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4005072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DI: &lt;constructor-arg&gt; &amp; &lt;property&gt;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352544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value=단순값, ref=Bean참조 | property는 setter 메서드명 기반 | 순서·타입 주의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5일차 예고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365760"/>
          </a:xfrm>
          <a:prstGeom prst="rect">
            <a:avLst/>
          </a:prstGeom>
          <a:solidFill>
            <a:srgbClr val="7B1FA2">
              <a:alpha val="2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44168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44168"/>
            <a:ext cx="64008" cy="7132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08176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 &amp; @Qualifier 심화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28216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타입 Bean 2개+ 처리 — 우선순위와 명시적 선택 완전 정복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94560"/>
            <a:ext cx="64008" cy="7132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58568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@Value + @PropertySource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.properties 파일 값 Bean 필드에 주입 — 외부 설정 분리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44952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44952"/>
            <a:ext cx="64008" cy="7132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Interface를 이용한 Bean 교체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코드 변경 없이 구현체만 교체 — DI의 핵심 가치 실습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8065008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95344"/>
            <a:ext cx="64008" cy="7132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59352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Config 완성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279392"/>
            <a:ext cx="7754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@Configuration + @Bean + @ComponentScan 혼합 사용 — Spring Boot 방식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773168"/>
            <a:ext cx="8065008" cy="274320"/>
          </a:xfrm>
          <a:prstGeom prst="rect">
            <a:avLst/>
          </a:prstGeom>
          <a:solidFill>
            <a:srgbClr val="0D2A3A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73168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예습: 같은 인터페이스 Bean이 2개 있을 때 Spring 오류를 직접 발생시켜 보세요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4일차 - Dependency Injection ①</dc:title>
  <dc:subject>PptxGenJS Presentation</dc:subject>
  <dc:creator>PptxGenJS</dc:creator>
  <cp:lastModifiedBy>PptxGenJS</cp:lastModifiedBy>
  <cp:revision>1</cp:revision>
  <dcterms:created xsi:type="dcterms:W3CDTF">2026-05-25T16:44:19Z</dcterms:created>
  <dcterms:modified xsi:type="dcterms:W3CDTF">2026-05-25T16:44:19Z</dcterms:modified>
</cp:coreProperties>
</file>