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747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640080"/>
            <a:ext cx="4389120" cy="384048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 | 9단원 Spring Security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· Refresh Token · Token Rotation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914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4864" cy="3017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263640" y="18288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286000"/>
            <a:ext cx="54864" cy="3017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63640" y="22860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/ UserDetailsService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54864" cy="3017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63640" y="27432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JwtTokenProvider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200400"/>
            <a:ext cx="54864" cy="3017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263640" y="32004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657600"/>
            <a:ext cx="54864" cy="3017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36576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@AuthenticationPrincipal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4114800"/>
            <a:ext cx="54864" cy="3017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263640" y="41148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+ Rotation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09:00~18:00  |  8H  |  Spring Boot 4.0.6 · Java 21 · MySQL · jjwt 0.12.x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Spring Security + JWT 인증 구현 (Spring Boot 4.0.6 · MySQL)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2984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필터 체인 구조와 SecurityConfig 작성 방법을 설명할 수 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9568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/ UserDetailsService를 구현해 MySQL DB 기반 인증 처리를 할 수 있다.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5786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6151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0.12.x로 JWT(Access Token)를 발급·검증하는 JwtTokenProvider를 작성할 수 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2369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2735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OncePerRequestFilter로 요청마다 JWT를 검증하고 @AuthenticationPrincipal을 활용할 수 있다.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895344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8953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9319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Token을 MySQL DB에 저장하고 Token Rotation으로 재발급 API를 완성할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 준비 — MySQL DB + 의존성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auth_db.sql 실행 → Spring Boot 실행 시 JPA가 테이블 자동 생성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auth_db.sql — DB만 생성하면 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114800" cy="196596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MySQL Workbench 또는 CLI에서 실행
</a:t>
            </a:r>
            <a:r>
              <a:rPr lang="en-US" sz="10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</a:t>
            </a:r>
            <a:r>
              <a:rPr lang="en-US" sz="10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auth_db
</a:t>
            </a: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CHARACTER SET utf8mb4
  COLLATE utf8mb4_unicode_ci;
</a:t>
            </a:r>
            <a:r>
              <a:rPr lang="en-US" sz="10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※ spring.jpa.hibernate.ddl-auto=update
--   설정으로 앱 실행 시 JPA가
--   테이블을 자동 생성합니다.
--   이 스크립트는 DB 생성만 필요!
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4114800" cy="548640"/>
          </a:xfrm>
          <a:prstGeom prst="rect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 핵심 의존성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spring-boot-starter-security  |  jjwt-api 0.12.6  |  jjwt-impl  |  jjwt-jackson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application.yml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490472"/>
            <a:ext cx="4114800" cy="2578608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
  datasource: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jdbc:mysql://localhost:3306/
      auth_db?serverTimezone=Asia/Seoul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password: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jpa.hibernate.ddl-auto: 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jpa.show-sql: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secret: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"day18-spring-security-jwt-secret..."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access-expiration: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1800000  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30분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refresh-expiration: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604800000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7일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4160520"/>
            <a:ext cx="4114800" cy="749808"/>
          </a:xfrm>
          <a:prstGeom prst="rect">
            <a:avLst/>
          </a:prstGeom>
          <a:solidFill>
            <a:srgbClr val="F2F6FA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5488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jwt.secret은 최소 32바이트(256비트) 이상 — 미만이면 jjwt 오류 발생!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4498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security의존성 추가 순간 모든 엔드포인트 차단됨 → 먼저 시연!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1·2 — Security Filter Chain + 인증 vs 인가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요청 처리 흐름 + Authentication / Authorization 개념 구분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요청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3716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36192"/>
            <a:ext cx="4754880" cy="301752"/>
          </a:xfrm>
          <a:prstGeom prst="rect">
            <a:avLst/>
          </a:prstGeom>
          <a:solidFill>
            <a:srgbClr val="F2F6FA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65760" y="1536192"/>
            <a:ext cx="73152" cy="30175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DelegatingFilterProxy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700784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서블릿 필터 → 스프링 컨텍스트 위임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1837944"/>
            <a:ext cx="365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38528"/>
            <a:ext cx="4754880" cy="301752"/>
          </a:xfrm>
          <a:prstGeom prst="rect">
            <a:avLst/>
          </a:prstGeom>
          <a:solidFill>
            <a:srgbClr val="F2F6F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1938528"/>
            <a:ext cx="73152" cy="3017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2920" y="195681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FilterChainProxy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10312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필터 관리자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2240280"/>
            <a:ext cx="365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340864"/>
            <a:ext cx="4754880" cy="301752"/>
          </a:xfrm>
          <a:prstGeom prst="rect">
            <a:avLst/>
          </a:prstGeom>
          <a:solidFill>
            <a:srgbClr val="F2F6FA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340864"/>
            <a:ext cx="73152" cy="3017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2920" y="23591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SecurityContextPersistenceFilter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250545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 복원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20240" y="2642616"/>
            <a:ext cx="365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4754880" cy="301752"/>
          </a:xfrm>
          <a:prstGeom prst="rect">
            <a:avLst/>
          </a:prstGeom>
          <a:solidFill>
            <a:srgbClr val="F2F6FA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2743200"/>
            <a:ext cx="73152" cy="301752"/>
          </a:xfrm>
          <a:prstGeom prst="rect">
            <a:avLst/>
          </a:prstGeom>
          <a:solidFill>
            <a:srgbClr val="8B9BB4"/>
          </a:solidFill>
          <a:ln w="12700">
            <a:solidFill>
              <a:srgbClr val="8B9BB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276148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UsernamePasswordAuthenticationFilter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" y="2907792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폼 로그인 (우리는 사용 안 함)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20240" y="3044952"/>
            <a:ext cx="365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145536"/>
            <a:ext cx="4754880" cy="301752"/>
          </a:xfrm>
          <a:prstGeom prst="rect">
            <a:avLst/>
          </a:prstGeom>
          <a:solidFill>
            <a:srgbClr val="F9A825"/>
          </a:solidFill>
          <a:ln w="254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3145536"/>
            <a:ext cx="73152" cy="3017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502920" y="3163824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[★] JwtAuthenticationFilter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310128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우리가 만들 커스텀 필터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20240" y="3447288"/>
            <a:ext cx="365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547872"/>
            <a:ext cx="4754880" cy="301752"/>
          </a:xfrm>
          <a:prstGeom prst="rect">
            <a:avLst/>
          </a:prstGeom>
          <a:solidFill>
            <a:srgbClr val="F2F6FA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65760" y="3547872"/>
            <a:ext cx="73152" cy="3017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02920" y="35661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 ExceptionTranslationFilter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2920" y="3712464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인증/인가 예외 → HTTP 응답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20240" y="3849624"/>
            <a:ext cx="365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950208"/>
            <a:ext cx="4754880" cy="301752"/>
          </a:xfrm>
          <a:prstGeom prst="rect">
            <a:avLst/>
          </a:prstGeom>
          <a:solidFill>
            <a:srgbClr val="F2F6FA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65760" y="3950208"/>
            <a:ext cx="73152" cy="30175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02920" y="3968496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 FilterSecurityInterceptor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114800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기반 인가 결정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920240" y="4251960"/>
            <a:ext cx="36576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5760" y="4352544"/>
            <a:ext cx="4754880" cy="301752"/>
          </a:xfrm>
          <a:prstGeom prst="rect">
            <a:avLst/>
          </a:prstGeom>
          <a:solidFill>
            <a:srgbClr val="F2F6FA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365760" y="4352544"/>
            <a:ext cx="73152" cy="301752"/>
          </a:xfrm>
          <a:prstGeom prst="rect">
            <a:avLst/>
          </a:prstGeom>
          <a:solidFill>
            <a:srgbClr val="5A6A7E"/>
          </a:solidFill>
          <a:ln w="12700">
            <a:solidFill>
              <a:srgbClr val="5A6A7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02920" y="437083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DispatcherServlet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02920" y="4517136"/>
            <a:ext cx="4572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정상 도달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773168"/>
            <a:ext cx="4754880" cy="256032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411480" y="4773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addFilterBefore(jwt필터, UsernamePasswordAuthenticationFilter.class)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03520" y="1188720"/>
            <a:ext cx="34747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5303520" y="1188720"/>
            <a:ext cx="3474720" cy="41148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39496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🪪  Authentication (인증)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94960" y="16642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사람이 누구인가?"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9496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아이디/비밀번호 확인, JWT 검증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394960" y="22677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담당: AuthenticationManager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03520" y="3200400"/>
            <a:ext cx="347472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5303520" y="3200400"/>
            <a:ext cx="3474720" cy="41148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5394960" y="3200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Authorization (인가)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394960" y="3675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사람이 무엇을 할 수 있나?"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9496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ROLE_ADMIN만 /admin 접근 가능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394960" y="4279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담당: AccessDecisionManager / @PreAuthorize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3·4 — UserDetails + BCryptPasswordEncoder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스프링 인증 계약 인터페이스 + 단방향 해시 암호화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인터페이스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114800" cy="22402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getUsername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식별자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getPassword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BCrypt 해시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Collection&lt;? extends GrantedAuthority&gt;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getAuthorities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권한 목록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isAccountNonExpired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isAccountNonLocked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isCredentialsNonExpired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isEnabled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→ 네 가지 모두 true = 정상 계정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794760"/>
            <a:ext cx="4114800" cy="25603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11480" y="3794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  →  loadUserByUsername(username)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4050792"/>
            <a:ext cx="4114800" cy="8686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userRepository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.findByUsername(username)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.orElseThrow(() -&gt;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UsernameNotFoundException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("사용자 없음: " + username));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 (판서 4)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490472"/>
            <a:ext cx="4114800" cy="22402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BCryptPasswordEncoder encoder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new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BCryptPasswordEncoder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회원가입 — 매번 다른 salt!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hash1 = encoder.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("pass1234");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$2a$10$abc...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hash2 = encoder.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("pass1234");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$2a$10$xyz... (다름!)
// 로그인 — 반드시 matches()!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("pass1234", hash1); 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encoder.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("wrongpw",  hash1); </a:t>
            </a:r>
            <a:r>
              <a:rPr lang="en-US" sz="95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3794760"/>
            <a:ext cx="4114800" cy="1124712"/>
          </a:xfrm>
          <a:prstGeom prst="rect">
            <a:avLst/>
          </a:prstGeom>
          <a:solidFill>
            <a:srgbClr val="F2F6FA"/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754880" y="3858768"/>
            <a:ext cx="292608" cy="256032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754880" y="38587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93208" y="38587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요청 → AuthenticationManager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4178808"/>
            <a:ext cx="292608" cy="256032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754880" y="41788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93208" y="4178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UserDetailsServiceImpl.loadUserByUsername()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4498848"/>
            <a:ext cx="292608" cy="256032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754880" y="449884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93208" y="44988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PasswordEncoder.matches() → 성공/실패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5·6 — SecurityConfig 기본 뼈대 + JWT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보안 설정 + Header.Payload.Signature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기본 뼈대 (판서 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114800" cy="34290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
@EnableWebSecurity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@Bean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SecurityFilterChain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filterChain(HttpSecurity http) {
    http
      .csrf(c -&gt; c.</a:t>
            </a: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       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CSRF 불필요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.sessionManagement(sm -&gt; sm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.sessionCreationPolicy(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STATELESS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세션 없음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.authorizeHttpRequests(a -&gt; a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.requestMatchers(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"/auth/**"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permitAll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.anyRequest().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http.build();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@Bean PasswordEncoder pe()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return new BCryptPasswordEncoder(); }</a:t>
            </a:r>
            <a:endParaRPr lang="en-US" sz="9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구조 (판서 6)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4114800" cy="402336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63440" y="1536192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eyJhbGci...  .  eyJzdWIi...  .  SflKxw...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2029968"/>
            <a:ext cx="41148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63440" y="2029968"/>
            <a:ext cx="777240" cy="841248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663440" y="202996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04688" y="208483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"alg": "HS256",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"typ": "JWT"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Base64 인코딩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589520" y="2212848"/>
            <a:ext cx="1097280" cy="475488"/>
          </a:xfrm>
          <a:prstGeom prst="rect">
            <a:avLst/>
          </a:prstGeom>
          <a:solidFill>
            <a:srgbClr val="F9A825">
              <a:alpha val="1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589520" y="221284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변조 시 서명 불일치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90088"/>
            <a:ext cx="41148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2990088"/>
            <a:ext cx="777240" cy="841248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663440" y="299008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04688" y="304495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"sub": "user1",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"ROLE_USER",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"iat": ..., "exp": ...}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암호화 아님!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589520" y="3172968"/>
            <a:ext cx="1097280" cy="475488"/>
          </a:xfrm>
          <a:prstGeom prst="rect">
            <a:avLst/>
          </a:prstGeom>
          <a:solidFill>
            <a:srgbClr val="43A047">
              <a:alpha val="1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589520" y="317296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민감정보 금지!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950208"/>
            <a:ext cx="4114800" cy="841248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663440" y="3950208"/>
            <a:ext cx="777240" cy="841248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663440" y="3950208"/>
            <a:ext cx="777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04688" y="4005072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HMAC-SHA256(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Header+Payload,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secretKey)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589520" y="4133088"/>
            <a:ext cx="1097280" cy="475488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589520" y="4133088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서버만 생성 가능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7·8 — jjwt 0.12.x API + validateToken 예외 처리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생성·파싱 API 패턴 + ExpiredJwtException 분기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생성 / 파싱 (판서 7)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114800" cy="34290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토큰 생성 ─────────────────────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token = 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Jwts.builder()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.subject(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"user1"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  .claim(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"ROLE_USER"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  .issuedAt(new Date())
  .expiration(new Date(now+1800000))
  .signWith(secretKey)
  .compact();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─── 토큰 파싱 ─────────────────────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Claims claims = 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Jwts.parser()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.verifyWith(secretKey)
  .build()
  .parseSignedClaims(token)
  .getPayload();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SecretKey 생성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Keys.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hmacShaKeyFor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secret.getBytes(UTF_8))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최소 32바이트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validateToken 예외 처리 (판서 8)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90472"/>
            <a:ext cx="4114800" cy="256032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boolean 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validateToken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token) {
  try {
    parseClaims(token);
    return 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true;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정상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</a:t>
            </a: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ExpiredJwtException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만료 — 정상적 흐름
    // (Refresh로 재발급)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log.warn(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"JWT 만료: {}"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e.getMessage());
  } catch (</a:t>
            </a: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JwtException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
      IllegalArgumentException e) {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위변조, 형식 오류 — 비정상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log.warn(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"JWT 유효하지 않음: {}"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4160520"/>
            <a:ext cx="411480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663440" y="4160520"/>
            <a:ext cx="91440" cy="4297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00600" y="417880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ExpiredJwtException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00600" y="43799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 만료 → Refresh로 재발급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4663440"/>
            <a:ext cx="4114800" cy="429768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63440" y="4663440"/>
            <a:ext cx="91440" cy="429768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00600" y="4681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JwtException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48828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위변조·형식오류 → 비정상 요청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9 — JwtAuthenticationFilter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OncePerRequestFilter 상속 — 6단계 처리 흐름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572000" cy="374904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r>
              <a:rPr lang="en-US" sz="9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JwtAuthenticationFilter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extends </a:t>
            </a: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OncePerRequestFilter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  protected void doFilterInternal(
      req, res, chain) {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Authorization 헤더 추출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token = </a:t>
            </a: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extractToken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(req);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토큰 유효성 검사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(token != null &amp;&amp; provider.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validateToken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(token)) {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3. username 추출 → DB 조회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un = provider.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extractUsername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(token);
      UserDetails ud = uds.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loadUserByUsername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(un);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4. Authentication 객체 생성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 auth = new
        UsernamePasswordAuthenticationToken(
          ud, null, ud.getAuthorities());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5. SecurityContext에 저장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SecurityContextHolder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.getContext().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setAuthentication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(auth);
    }
</a:t>
            </a: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6. 다음 필터로 전달 (필수!)
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chain.</a:t>
            </a:r>
            <a:r>
              <a:rPr lang="en-US" sz="90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doFilter</a:t>
            </a: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20640" y="1170432"/>
            <a:ext cx="3657600" cy="3017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120640" y="1170432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extractToken 메서드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472184"/>
            <a:ext cx="3657600" cy="13716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header = req
  .getHeader("Authorization");
if (header != null &amp;&amp;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("Bearer ")) {
  return header.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(7);  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"Bearer " = 7글자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null;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20640" y="2944368"/>
            <a:ext cx="36576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120640" y="2944368"/>
            <a:ext cx="347472" cy="402336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120640" y="2944368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①~⑥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513832" y="29443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 흐름 번호 외우기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3419856"/>
            <a:ext cx="36576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120640" y="3419856"/>
            <a:ext cx="347472" cy="402336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120640" y="3419856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13832" y="341985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chain.doFilter() 빠뜨리면 응답 없음!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895344"/>
            <a:ext cx="36576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5120640" y="3895344"/>
            <a:ext cx="347472" cy="402336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120640" y="3895344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13832" y="38953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credentials=null — JWT는 비밀번호 불필요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4370832"/>
            <a:ext cx="3657600" cy="402336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120640" y="4370832"/>
            <a:ext cx="347472" cy="402336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120640" y="437083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13832" y="43708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SecurityContextHolder에 저장돼야 @AuthenticationPrincipal 동작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10·11 — @AuthenticationPrincipal + 로그인 흐름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SecurityContext에서 현재 사용자 꺼내기 + AuthService.login 5단계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6576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@AuthenticationPrincipal (판서 10)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72184"/>
            <a:ext cx="4114800" cy="233172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SecurityContextHolder에 저장된
// Principal을 파라미터로 바로 주입!
</a:t>
            </a: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("/me")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ResponseEntity&lt;?&gt; me(
</a:t>
            </a:r>
            <a:r>
              <a:rPr lang="en-US" sz="9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@AuthenticationPrincipal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UserEntity currentUser) {
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currentUser = JwtAuthenticationFilter가
  //   </a:t>
            </a:r>
            <a:r>
              <a:rPr lang="en-US" sz="950" dirty="0" err="1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저장한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 err="1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UserEntity</a:t>
            </a: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ResponseEntity.</a:t>
            </a: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Map.of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"username"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950" dirty="0" err="1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currentUser.getUsername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currentUser.getRole()));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867912"/>
            <a:ext cx="4114800" cy="1051560"/>
          </a:xfrm>
          <a:prstGeom prst="rect">
            <a:avLst/>
          </a:prstGeom>
          <a:solidFill>
            <a:srgbClr val="F2F6FA"/>
          </a:solidFill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39136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/auth/me 테스트 (Postman)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 Authorization: Bearer {accessToken}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Response: 200 OK  { "username": "user1", "role": "ROLE_USER" 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63440" y="117043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AuthService.login 흐름 (판서 11)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536192"/>
            <a:ext cx="411480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709160" y="15361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/auth/login  {"username":"user1","password":"pass1234"}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956816"/>
            <a:ext cx="41148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4663440" y="1956816"/>
            <a:ext cx="320040" cy="420624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195681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1984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authenticationManager.authenticate()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UsernamePasswordAuthenticationToken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09160" y="2432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↓ 내부 자동 호출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907792"/>
            <a:ext cx="41148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63440" y="2907792"/>
            <a:ext cx="320040" cy="420624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663440" y="2907792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2935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UserDetailsServiceImpl.loadUserByUsername()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MySQL DB 조회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383280"/>
            <a:ext cx="41148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320040" cy="420624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663440" y="3383280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410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PasswordEncoder.matches("pass1234","$2a$10$...")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true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858768"/>
            <a:ext cx="41148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3858768"/>
            <a:ext cx="320040" cy="420624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385876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886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jwtTokenProvider.generateAccessToken(user)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jwtTokenProvider.generateRefreshToken(user)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4334256"/>
            <a:ext cx="411480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663440" y="4334256"/>
            <a:ext cx="320040" cy="420624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663440" y="4334256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0" y="43616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 MySQL DB 저장 (1 user = 1 token)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4791456"/>
            <a:ext cx="411480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709160" y="4791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  { "accessToken":"eyJ...", "refreshToken":"eyJ...", "tokenType":"Bearer" 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판서 12·13 — Refresh Token 전략 + Token Rotation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 토큰 전략 + 클라이언트-서버 시퀀스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1737360" cy="73152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11480" y="11704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4028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30분 만료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4028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요청마다 헤더에 첨부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35331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→ 401 → /auth/refresh 호출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84124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1737360" cy="73152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7일 만료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40280" y="23957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DB에 저장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Access + 새 Refresh 발급 (Rotation)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52928"/>
            <a:ext cx="8412480" cy="256032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8529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Rotation: Refresh 재발급 시 기존 Refresh도 교체 → 탈취된 토큰 재사용 방지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8412480" cy="2743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 클라이언트-서버 시퀀스 (판서 13)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547872"/>
            <a:ext cx="1645920" cy="160020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576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3547872"/>
            <a:ext cx="1645920" cy="1600200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32320" y="3547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(DB)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05006" y="3762055"/>
            <a:ext cx="512064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78022" y="36251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148840" y="3646856"/>
            <a:ext cx="4846320" cy="256032"/>
          </a:xfrm>
          <a:prstGeom prst="rect">
            <a:avLst/>
          </a:prstGeom>
          <a:solidFill>
            <a:srgbClr val="1565C0">
              <a:alpha val="1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240280" y="372154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/auth/refresh  {"refreshToken":"OLD_RT"}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48840" y="4127621"/>
            <a:ext cx="4846320" cy="420624"/>
          </a:xfrm>
          <a:prstGeom prst="rect">
            <a:avLst/>
          </a:prstGeom>
          <a:solidFill>
            <a:srgbClr val="00897B">
              <a:alpha val="1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240280" y="4136765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조회 → OLD_RT 확인 → 만료 확인 → 유효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new_AT 생성  ·  new_RT 생성  ·  DB: OLD_RT→new_RT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0" y="4747944"/>
            <a:ext cx="5120640" cy="0"/>
          </a:xfrm>
          <a:prstGeom prst="line">
            <a:avLst/>
          </a:prstGeom>
          <a:noFill/>
          <a:ln w="1905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897546" y="4603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2148840" y="4651564"/>
            <a:ext cx="4846320" cy="256032"/>
          </a:xfrm>
          <a:prstGeom prst="rect">
            <a:avLst/>
          </a:prstGeom>
          <a:solidFill>
            <a:srgbClr val="43A047">
              <a:alpha val="1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2240280" y="471410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{accessToken: new_AT, refreshToken: new_RT}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OLD_RT는 이제 DB에 없음 → 탈취자가 OLD_RT로 재요청 시 DB 조회 실패 → 400 에러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구성 — 4문제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problem01 ~ problem04 | MySQL DB 연결 후 각 문제 폴더 실행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4206240" cy="365760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75488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01 — ★★☆☆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591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UserEntity + UserRepository + UserDetailsServiceImpl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" y="1929384"/>
            <a:ext cx="54864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929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username, password, email, role 필드 선언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203704"/>
            <a:ext cx="54864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2203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getAuthorities() 완성 → SimpleGrantedAuthority(role)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" y="2478024"/>
            <a:ext cx="54864" cy="20116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247802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isXxx 메서드 모두 true 반환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" y="2752344"/>
            <a:ext cx="3931920" cy="274320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30352" y="2752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[loadUserByUsername] testuser 조회 성공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73168" y="117043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73168" y="1170432"/>
            <a:ext cx="4206240" cy="36576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82896" y="11704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02 — ★★★☆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82896" y="15910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 핵심 메서드 완성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82896" y="1929384"/>
            <a:ext cx="54864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01768" y="1929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generateAccessToken() — Jwts.builder() 체인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82896" y="2203704"/>
            <a:ext cx="54864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01768" y="2203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validateToken() — 예외 분기 처리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82896" y="2478024"/>
            <a:ext cx="54864" cy="20116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5001768" y="247802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extractUsername() — parseClaims().getSubject()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82896" y="2752344"/>
            <a:ext cx="3931920" cy="274320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2752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[generateAccessToken] eyJhbGci...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318211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3182112"/>
            <a:ext cx="4206240" cy="36576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75488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03 — ★★★☆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+ SecurityConfig 완성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" y="3941064"/>
            <a:ext cx="54864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94360" y="394106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extractToken() — "Bearer " 이후 추출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" y="4215384"/>
            <a:ext cx="54864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4215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SecurityContextHolder.getContext().setAuthentication()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" y="4489704"/>
            <a:ext cx="54864" cy="2011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594360" y="4489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chain.doFilter(request, response) 호출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5488" y="4764024"/>
            <a:ext cx="3931920" cy="27432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30352" y="4764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POST /auth/signup → 201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73168" y="3182112"/>
            <a:ext cx="4206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773168" y="3182112"/>
            <a:ext cx="4206240" cy="36576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882896" y="31821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04 — ★★★★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82896" y="36027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전체 통합 (도전)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82896" y="3941064"/>
            <a:ext cx="54864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001768" y="394106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1: signup() — 중복 확인 + BCrypt + save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82896" y="4215384"/>
            <a:ext cx="54864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5001768" y="421538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2: login() — authenticate + 토큰 생성 + RefreshToken DB 저장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82896" y="4489704"/>
            <a:ext cx="54864" cy="20116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5001768" y="4489704"/>
            <a:ext cx="3858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3: refresh() — DB 조회 + 만료 확인 + Token Rotation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82896" y="4764024"/>
            <a:ext cx="3931920" cy="274320"/>
          </a:xfrm>
          <a:prstGeom prst="rect">
            <a:avLst/>
          </a:prstGeom>
          <a:solidFill>
            <a:srgbClr val="7B1FA2">
              <a:alpha val="12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4937760" y="4764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POST /auth/logout → 200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전체 테스트 시나리오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→ 로그인 → 인증 → 재발급 → 로그아웃 → OLD_RT 검증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65760" y="1170432"/>
            <a:ext cx="274320" cy="420624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65760" y="117043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94944" y="1261872"/>
            <a:ext cx="548640" cy="228600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94944" y="126187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298448" y="1261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/auth/signup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94760" y="1261872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931920" y="12435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 { "message": "회원가입 완료" 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664208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1664208"/>
            <a:ext cx="274320" cy="420624"/>
          </a:xfrm>
          <a:prstGeom prst="rect">
            <a:avLst/>
          </a:prstGeom>
          <a:solidFill>
            <a:srgbClr val="F4511E">
              <a:alpha val="90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166420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4944" y="1755648"/>
            <a:ext cx="548640" cy="228600"/>
          </a:xfrm>
          <a:prstGeom prst="rect">
            <a:avLst/>
          </a:prstGeom>
          <a:solidFill>
            <a:srgbClr val="F4511E">
              <a:alpha val="90000"/>
            </a:srgbClr>
          </a:solidFill>
          <a:ln w="12700">
            <a:solidFill>
              <a:srgbClr val="F451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94944" y="17556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8448" y="17556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94760" y="1755648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931920" y="1737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{ "accessToken":"eyJ...", "refreshToken":"eyJ...", "tokenType":"Bearer" 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2157984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365760" y="2157984"/>
            <a:ext cx="274320" cy="420624"/>
          </a:xfrm>
          <a:prstGeom prst="rect">
            <a:avLst/>
          </a:prstGeom>
          <a:solidFill>
            <a:srgbClr val="C62828">
              <a:alpha val="9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365760" y="215798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" y="2249424"/>
            <a:ext cx="548640" cy="228600"/>
          </a:xfrm>
          <a:prstGeom prst="rect">
            <a:avLst/>
          </a:prstGeom>
          <a:solidFill>
            <a:srgbClr val="C62828">
              <a:alpha val="9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94944" y="224942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98448" y="22494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  (토큰 없음)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94760" y="2249424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931920" y="22311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  (인증 필요)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651760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365760" y="2651760"/>
            <a:ext cx="274320" cy="420624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365760" y="26517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" y="2743200"/>
            <a:ext cx="548640" cy="22860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4944" y="27432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298448" y="27432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  (Bearer 토큰)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94760" y="2743200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3931920" y="27249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 (인증 성공)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145536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365760" y="3145536"/>
            <a:ext cx="274320" cy="420624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365760" y="31455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4944" y="3236976"/>
            <a:ext cx="548640" cy="22860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694944" y="32369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98448" y="323697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/auth/me  (Bearer 토큰)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794760" y="3236976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3931920" y="32186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{ "username":"user1", "role":"ROLE_USER" }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3639312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365760" y="3639312"/>
            <a:ext cx="274320" cy="420624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365760" y="363931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4944" y="3730752"/>
            <a:ext cx="548640" cy="228600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694944" y="37307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298448" y="3730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/auth/refresh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794760" y="3730752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3931920" y="37124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{ "accessToken":"new_AT", "refreshToken":"new_RT" }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133088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365760" y="4133088"/>
            <a:ext cx="274320" cy="420624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54"/>
          <p:cNvSpPr/>
          <p:nvPr/>
        </p:nvSpPr>
        <p:spPr>
          <a:xfrm>
            <a:off x="365760" y="4133088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94944" y="4224528"/>
            <a:ext cx="548640" cy="228600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94944" y="42245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298448" y="42245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/auth/logout  (Bearer 토큰)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794760" y="4224528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3931920" y="4206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(Refresh Token DB 삭제)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4626864"/>
            <a:ext cx="8412480" cy="420624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365760" y="4626864"/>
            <a:ext cx="274320" cy="420624"/>
          </a:xfrm>
          <a:prstGeom prst="rect">
            <a:avLst/>
          </a:prstGeom>
          <a:solidFill>
            <a:srgbClr val="C62828">
              <a:alpha val="9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365760" y="46268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94944" y="4718304"/>
            <a:ext cx="548640" cy="228600"/>
          </a:xfrm>
          <a:prstGeom prst="rect">
            <a:avLst/>
          </a:prstGeom>
          <a:solidFill>
            <a:srgbClr val="C62828">
              <a:alpha val="90000"/>
            </a:srgbClr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694944" y="47183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298448" y="47183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/auth/refresh  (OLD_RT)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794760" y="4718304"/>
            <a:ext cx="45720" cy="228600"/>
          </a:xfrm>
          <a:prstGeom prst="rect">
            <a:avLst/>
          </a:prstGeom>
          <a:solidFill>
            <a:srgbClr val="D0D9E6"/>
          </a:solidFill>
          <a:ln w="12700">
            <a:solidFill>
              <a:srgbClr val="D0D9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3931920" y="47000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Bad Request  (삭제된 토큰 — Rotation 검증!)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18일차 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— 오늘의 핵심 10가지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20624" y="1170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29968" y="12252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스프링 인증의 사용자 데이터 계약 (username, password, authorities)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20624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29968" y="19751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loadUserByUsername()으로 MySQL DB에서 사용자 로드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0624" y="26700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29968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해시 — 검증은 반드시 matches() (equals() 불가!)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19856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3419856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20624" y="34198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STATELESS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29968" y="34747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JWT는 세션 불필요 → SessionCreationPolicy.STATELESS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169664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20624" y="416966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JwtTokenProvider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29968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Jwts.builder() 생성 + Jwts.parser() 검증 + getSubject() 추출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1170432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800600" y="1170432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855464" y="11704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OncePerRequestFilter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64808" y="122529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요청당 1회 실행 — JwtAuthenticationFilter의 부모 클래스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1920240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800600" y="1920240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55464" y="1920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SecurityContextHolder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64808" y="19751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스레드별 인증 저장소 → @AuthenticationPrincipal로 꺼냄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670048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800600" y="2670048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855464" y="26700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addFilterBefore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64808" y="272491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필터를 UsernamePasswordAuthenticationFilter 앞에 삽입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419856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800600" y="3419856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855464" y="34198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 Token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64808" y="347472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만료 대비 장기 토큰 — MySQL DB 저장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4169664"/>
            <a:ext cx="4206240" cy="6400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800600" y="4169664"/>
            <a:ext cx="1554480" cy="64008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855464" y="416966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Rotation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64808" y="42245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재발급 시 Refresh도 교체 → OLD_RT 재사용 → 400 에러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나오는 질문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411480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877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csrf.disable()을 왜 하나요?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JWT는 Authorization 헤더로 수동 전달 → 브라우저 자동 첨부 없음 → CSRF 위협 없음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47088"/>
            <a:ext cx="411480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Payload가 Base64면 누구나 읽나요?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맞음. 하지만 변조 불가 — Signature 감지. 비밀번호·주민번호 절대 금지!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411480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2889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doFilter()를 빠뜨리면?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요청이 다음 필터로 전달 안 됨 → 응답이 오지 않음. 반드시 호출!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4114800" cy="86868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94360" y="38953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Access Token 탈취되면?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420624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30분 짧은 만료로 최소화. 완전 해결책은 Token Blacklist(Redis).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56032"/>
            <a:ext cx="594360" cy="347472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256032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2560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19일차 예고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46320" y="749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심화 — Role 인가 + OAuth2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170432"/>
            <a:ext cx="192024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93776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56048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2128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hasRole() / hasAuthority() 메서드 보안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76288" y="1170432"/>
            <a:ext cx="192024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96772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86016" y="192024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소셜 로그인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21284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Kakao OAuth2 Client 연동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2679192"/>
            <a:ext cx="192024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93776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956048" y="34290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Security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37216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@PreAuthorize, @Secured 어노테이션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76288" y="2679192"/>
            <a:ext cx="192024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967728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86016" y="342900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Redis Blacklist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721608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토큰 즉시 무효화 전략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34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예습: jwt.io에서 Access Token 직접 디코딩 — Payload 내용 확인해보기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2624</Words>
  <Application>Microsoft Office PowerPoint</Application>
  <PresentationFormat>화면 슬라이드 쇼(16:9)</PresentationFormat>
  <Paragraphs>344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18일차 - Spring Security + JWT</dc:title>
  <dc:subject>PptxGenJS Presentation</dc:subject>
  <dc:creator>PptxGenJS</dc:creator>
  <cp:lastModifiedBy>Administrator</cp:lastModifiedBy>
  <cp:revision>4</cp:revision>
  <dcterms:created xsi:type="dcterms:W3CDTF">2026-06-06T04:11:03Z</dcterms:created>
  <dcterms:modified xsi:type="dcterms:W3CDTF">2026-06-17T09:29:11Z</dcterms:modified>
</cp:coreProperties>
</file>