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0"/>
            <a:ext cx="6400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4389120" cy="384048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키오스크 풀스택 개발자 양성과정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70432"/>
            <a:ext cx="5120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· Refresh Token · Filter Chain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914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4864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8288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 Chain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331720"/>
            <a:ext cx="54864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331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/ UserDetailsService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834640"/>
            <a:ext cx="54864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8346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JwtTokenProvider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337560"/>
            <a:ext cx="54864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333756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54864" cy="329184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84048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+ Rotation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~ 18:00  |  8H  |  Spring Boot 3.x  ·  jjwt 0.12.x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— Spring Security + JWT 인증 구현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2984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필터 체인 동작 원리와 SecurityConfig 작성 방법을 설명할 수 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8992" y="195681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 / UserDetails를 구현해 DB 기반 인증 처리를 할 수 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78608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78992" y="26151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JWT(Access Token)를 발급·검증하는 JwtTokenProvider를 작성할 수 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36976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32735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OncePerRequestFilter로 요청마다 JWT를 검증하는 필터를 구현할 수 있다.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895344"/>
            <a:ext cx="502920" cy="420624"/>
          </a:xfrm>
          <a:prstGeom prst="rect">
            <a:avLst/>
          </a:prstGeom>
          <a:solidFill>
            <a:srgbClr val="00897B">
              <a:alpha val="8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95344"/>
            <a:ext cx="502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8992" y="39319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Token을 DB에 저장하고 Access Token 재발급 API를 완성할 수 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필터 체인 구조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DelegatingFilterProxy → FilterChainProxy → 개별 필터 순서 — Session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요청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4173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5120640" cy="329184"/>
          </a:xfrm>
          <a:prstGeom prst="rect">
            <a:avLst/>
          </a:prstGeom>
          <a:solidFill>
            <a:srgbClr val="7B1FA2">
              <a:alpha val="2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72768"/>
            <a:ext cx="493776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DelegatingFilterProxy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5564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서블릿 필터 → Spring ApplicationContext에 위임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190195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20824"/>
            <a:ext cx="5120640" cy="329184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20824"/>
            <a:ext cx="493776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FilterChainProxy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203704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필터들의 관리자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86000" y="2350008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5120640" cy="329184"/>
          </a:xfrm>
          <a:prstGeom prst="rect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493776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SecurityContextPersistenceFilter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 복원/저장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2798064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16936"/>
            <a:ext cx="5120640" cy="329184"/>
          </a:xfrm>
          <a:prstGeom prst="rect">
            <a:avLst/>
          </a:prstGeom>
          <a:solidFill>
            <a:srgbClr val="F9A825">
              <a:alpha val="80000"/>
            </a:srgbClr>
          </a:solidFill>
          <a:ln w="25400">
            <a:solidFill>
              <a:srgbClr val="F9A8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916936"/>
            <a:ext cx="493776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JwtAuthenticationFilter  ← 우리가 만들 필터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3099816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토큰 검증 → SecurityContext 저장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3246120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64992"/>
            <a:ext cx="5120640" cy="329184"/>
          </a:xfrm>
          <a:prstGeom prst="rect">
            <a:avLst/>
          </a:prstGeom>
          <a:solidFill>
            <a:srgbClr val="F4511E">
              <a:alpha val="25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364992"/>
            <a:ext cx="493776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ExceptionTranslationFilter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547872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인증/인가 예외 처리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0" y="3694176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13048"/>
            <a:ext cx="5120640" cy="329184"/>
          </a:xfrm>
          <a:prstGeom prst="rect">
            <a:avLst/>
          </a:prstGeom>
          <a:solidFill>
            <a:srgbClr val="43A047">
              <a:alpha val="2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813048"/>
            <a:ext cx="4937760" cy="182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FilterSecurityInterceptor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995928"/>
            <a:ext cx="4937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기반 인가 결정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286000" y="4142232"/>
            <a:ext cx="457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61104"/>
            <a:ext cx="5120640" cy="329184"/>
          </a:xfrm>
          <a:prstGeom prst="rect">
            <a:avLst/>
          </a:prstGeom>
          <a:solidFill>
            <a:srgbClr val="5A6A7E">
              <a:alpha val="25000"/>
            </a:srgbClr>
          </a:solidFill>
          <a:ln w="12700">
            <a:solidFill>
              <a:srgbClr val="5A6A7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261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DispatcherServlet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60720" y="1188720"/>
            <a:ext cx="3108960" cy="34747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60720" y="11887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포인트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760720" y="1627632"/>
            <a:ext cx="3108960" cy="667512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0" y="1627632"/>
            <a:ext cx="137160" cy="66751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61888" y="166420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의존성 추가 즉시 모든 엔드포인트가 차단됨 (먼저 시연!)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760720" y="2404872"/>
            <a:ext cx="3108960" cy="667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760720" y="2404872"/>
            <a:ext cx="137160" cy="66751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61888" y="244144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addFilterBefore()로 커스텀 필터 삽입 위치 지정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760720" y="3182112"/>
            <a:ext cx="3108960" cy="667512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760720" y="3182112"/>
            <a:ext cx="137160" cy="66751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61888" y="321868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SessionCreationPolicy.STATELESS — JWT는 서버 세션 불필요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60720" y="3959352"/>
            <a:ext cx="3108960" cy="667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760720" y="3959352"/>
            <a:ext cx="137160" cy="66751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61888" y="399592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csrf.disable() — JWT 헤더 방식은 CSRF 위협 없음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vs Authorization + UserDetails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인증·인가 개념 구분 + Spring Security 사용자 인터페이스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(인증)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사람이 누구인가?" — 신원 확인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담당: AuthenticationManager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4023360" cy="384048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(인가)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사람이 무엇을 할 수 있나?" — 권한 확인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담당: AccessDecisionManager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724912"/>
            <a:ext cx="411480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24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인터페이스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017520"/>
            <a:ext cx="4114800" cy="18288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</a:t>
            </a:r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getUsername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  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식별자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getPassword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        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인코딩된 PW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Collection&lt;? extends GrantedAuthority&gt;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getAuthorities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권한 목록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isAccountNonExpired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boolean 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isEnabled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724912"/>
            <a:ext cx="4114800" cy="29260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249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UserDetailsServiceImpl 구현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017520"/>
            <a:ext cx="4114800" cy="18288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@Service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@RequiredArgsConstructor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UserDetailsServiceImpl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UserDetailsService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final 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UserRepository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userRepository;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loadUserByUsername(String username)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userRepository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.findByUsername(username)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.orElseThrow(...);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BCryptPasswordEncoder + SecurityConfig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단방향 해시 암호화 + REST API용 보안 설정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BCryptPasswordEncoder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4114800" cy="192024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BCryptPasswordEncoder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encoder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new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BCryptPasswordEncoder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회원가입 시 — 인코딩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encoded = encoder.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("myPw123");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"$2a$10$..." 형태의 해시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로그인 시 — 검증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ok = encoder.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("myPw123", encoded);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true ✓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no = encoder.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("wrong", encoded);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false ✗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493008"/>
            <a:ext cx="4114800" cy="548640"/>
          </a:xfrm>
          <a:prstGeom prst="rect">
            <a:avLst/>
          </a:prstGeom>
          <a:solidFill>
            <a:srgbClr val="F2F6FA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930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다른 salt 사용 → 같은 원문도 다른 해시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반드시 equals() 말고 matches() 사용!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SecurityConfig 기본 구조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508760"/>
            <a:ext cx="4114800" cy="2532888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@Configuration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@EnableWebSecurity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SecurityConfig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@Bean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SecurityFilterChain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filterChain(HttpSecurity http)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.csrf(c -&gt; c.</a:t>
            </a:r>
            <a:pPr indent="0" marL="0">
              <a:buNone/>
            </a:pP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.sessionManagement(sm -&gt; sm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.sessionCreationPolicy(
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STATELESS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.authorizeHttpRequests(a -&gt; a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.requestMatchers(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"/auth/**"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permitAll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.anyRequest().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http.build();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구조 — Header.Payload.Signature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 세 부분과 보안 원리 — Session 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eyJhbGciOiJIUzI1NiIsInR5cCI6IkpXVCJ9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108960" y="118872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4612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eyJzdWIiOiJ1c2VyMSIsInJvbGUiOiJST0xFX1VTRVIiLCJleHAiOjE3MDB9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46520" y="1188720"/>
            <a:ext cx="137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1188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SflKxwRJSMeKKF2QT4fwpMeJf36POk6yJV_adQssw5c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2697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74520"/>
            <a:ext cx="2697480" cy="402336"/>
          </a:xfrm>
          <a:prstGeom prst="rect">
            <a:avLst/>
          </a:prstGeom>
          <a:solidFill>
            <a:srgbClr val="F9A825">
              <a:alpha val="90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745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2359152"/>
            <a:ext cx="2487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alg: HS256 (알고리즘)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typ: JWT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3858768"/>
            <a:ext cx="2487168" cy="804672"/>
          </a:xfrm>
          <a:prstGeom prst="rect">
            <a:avLst/>
          </a:prstGeom>
          <a:solidFill>
            <a:srgbClr val="F9A825">
              <a:alpha val="12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85876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변조 시 서명 불일치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874520"/>
            <a:ext cx="2697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874520"/>
            <a:ext cx="2697480" cy="402336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8745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(Claim)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55848" y="2359152"/>
            <a:ext cx="2487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sub: username (주체)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ROLE_USER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iat: 발급시간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exp: 만료시간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55848" y="3858768"/>
            <a:ext cx="2487168" cy="804672"/>
          </a:xfrm>
          <a:prstGeom prst="rect">
            <a:avLst/>
          </a:prstGeom>
          <a:solidFill>
            <a:srgbClr val="43A047">
              <a:alpha val="12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385876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Base64 인코딩 (암호화 X)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민감정보 절대 포함 금지!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874520"/>
            <a:ext cx="2697480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874520"/>
            <a:ext cx="2697480" cy="402336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874520"/>
            <a:ext cx="2514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36208" y="2359152"/>
            <a:ext cx="2487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HMAC-SHA256(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Base64(Header)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Base64(Payload),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secretKey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36208" y="3858768"/>
            <a:ext cx="2487168" cy="80467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385876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서버만 생성 가능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변조 감지 역할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 구현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jjwt 0.12.x API — 토큰 생성·검증·추출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206240" cy="30175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generateAccessToken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4206240" cy="178308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Jwts.builder()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.subject(userDetails.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getUsername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.claim(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role)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.issuedAt(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Date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.expiration(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Date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    System.currentTimeMillis()
    + accessExpiration))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.signWith(secretKey)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.compact();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3364992"/>
            <a:ext cx="4206240" cy="274320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364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validateToken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639312"/>
            <a:ext cx="4206240" cy="1252728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parseClaims(token); 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</a:t>
            </a:r>
            <a:pPr indent="0" marL="0">
              <a:buNone/>
            </a:pPr>
            <a:r>
              <a:rPr lang="en-US" sz="950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ExpiredJwtException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log.warn(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"JWT 만료"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catch (</a:t>
            </a:r>
            <a:pPr indent="0" marL="0">
              <a:buNone/>
            </a:pPr>
            <a:r>
              <a:rPr lang="en-US" sz="950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JwtException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log.warn(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"JWT 유효하지 않음"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188720"/>
            <a:ext cx="4023360" cy="301752"/>
          </a:xfrm>
          <a:prstGeom prst="rect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— @Value 주입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490472"/>
            <a:ext cx="4023360" cy="214884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JwtTokenProvider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@Value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("${jwt.secret}") String secret,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@Value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("${jwt.access-expiration}")
    long accessExpiration,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@Value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("${jwt.refresh-expiration}")
    long refreshExpiration)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this.secretKey = Keys.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hmacShaKeyFor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secret.getBytes(UTF_8));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this.accessExpiration = accessExpiration;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730752"/>
            <a:ext cx="4023360" cy="274320"/>
          </a:xfrm>
          <a:prstGeom prst="rect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730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parseClaims — 파싱 내부 메서드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005072"/>
            <a:ext cx="4023360" cy="886968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Jwts.parser()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.verifyWith(secretKey)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.build()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.parseSignedClaims(token)
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.getPayload();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구현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OncePerRequestFilter — 모든 요청에서 JWT 검증 후 SecurityContext 저장 — Session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754880" cy="36576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@Component
@RequiredArgsConstructor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indent="0" marL="0">
              <a:buNone/>
            </a:pPr>
            <a:r>
              <a:rPr lang="en-US" sz="9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JwtAuthenticationFilter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extends </a:t>
            </a:r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OncePerRequestFilter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protected void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doFilterInternal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HttpServletRequest req,
      HttpServletResponse res,
      FilterChain chain) {
</a:t>
            </a:r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1. Bearer 토큰 추출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token = </a:t>
            </a:r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extractToken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(req);
</a:t>
            </a:r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2. 유효하면 SecurityContext 저장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(token != null &amp;&amp;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jwtProvider.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validateToken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(token)) {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String username = jwtProvider.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extractUsername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(token);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UserDetails ud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userDetailsService.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loadUserByUsername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(username);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var auth = new
        UsernamePasswordAuthenticationToken(
          ud, null, ud.getAuthorities());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SecurityContextHolder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.getContext().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setAuthentication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(auth);
    }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chain.</a:t>
            </a:r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doFilter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(req, res); </a:t>
            </a:r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반드시 호출!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0" y="1188720"/>
            <a:ext cx="3474720" cy="3017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1188720"/>
            <a:ext cx="3474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extractToken 메서드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0" y="1490472"/>
            <a:ext cx="3474720" cy="150876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header = req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.getHeader(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(header != null &amp;&amp;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("Bearer "))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header.</a:t>
            </a:r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"Bearer " 이후 토큰 추출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null;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0" y="3090672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3090672"/>
            <a:ext cx="292608" cy="320040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3090672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41848" y="3090672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{token} 헤더 추출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03520" y="3474720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3474720"/>
            <a:ext cx="292608" cy="320040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0" y="3474720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41848" y="3474720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validateToken() — 만료·위변조 검사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03520" y="3858768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3858768"/>
            <a:ext cx="292608" cy="320040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3858768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41848" y="3858768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extractUsername() → loadUserByUsername()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03520" y="4242816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0" y="4242816"/>
            <a:ext cx="292608" cy="320040"/>
          </a:xfrm>
          <a:prstGeom prst="rect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4242816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41848" y="4242816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SecurityContextHolder에 인증 객체 저장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303520" y="4626864"/>
            <a:ext cx="34747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0" y="4626864"/>
            <a:ext cx="292608" cy="320040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0" y="4626864"/>
            <a:ext cx="292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41848" y="4626864"/>
            <a:ext cx="3081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chain.doFilter() — 다음 필터/컨트롤러로 전달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+ AuthService 로그인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회원가입·로그인 API 설계 + DTO 구조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— 3개 엔드포인트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90472"/>
            <a:ext cx="4114800" cy="274320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("/auth")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AuthController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pPr indent="0" marL="0">
              <a:buNone/>
            </a:pP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@PostMapping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("/signup")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ResponseEntity signup(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@RequestBody SignupRequest req)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authService.signup(req);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CREATED;
  }
</a:t>
            </a:r>
            <a:pPr indent="0" marL="0">
              <a:buNone/>
            </a:pP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@PostMapping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("/login")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ResponseEntity&lt;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TokenResponse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
  login(@RequestBody LoginRequest req) {
    return ok(authService.login(req));
  }
</a:t>
            </a:r>
            <a:pPr indent="0" marL="0">
              <a:buNone/>
            </a:pP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@PostMapping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("/refresh")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Refresh Token 재발급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18872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(Record) + AuthService.login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490472"/>
            <a:ext cx="4114800" cy="338328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Records (Java 14+)
</a:t>
            </a:r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</a:t>
            </a:r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SignupRequest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username,
  String password, String email) {}
</a:t>
            </a:r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</a:t>
            </a:r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LoginRequest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username,
  String password) {}
</a:t>
            </a:r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 </a:t>
            </a:r>
            <a:pPr indent="0" marL="0">
              <a:buNone/>
            </a:pPr>
            <a:r>
              <a:rPr lang="en-US" sz="9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TokenResponse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(String accessToken,
  String refreshToken, String tokenType) {}
</a:t>
            </a:r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AuthService.login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 auth = authManager.
  authenticate(new
  UsernamePasswordAuthenticationToken(
    req.username(), req.password()));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UserDetails ud = (UserDetails)
  auth.getPrincipal();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access  = jwtProvider.
  generateAccessToken(ud);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refresh = jwtProvider.
  generateRefreshToken(ud);
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TokenResponse.of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(access, refresh);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전략 + Entity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30분 · Refresh 7일 · Token Rotation — Session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920240" cy="960120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2316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만료: 30분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231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저장: HTTP 헤더 (요청마다)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94960" y="14173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 시 401 응답 → refresh 호출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8412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286000"/>
            <a:ext cx="1920240" cy="960120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2316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만료: 7일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4231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저장: DB 저장 (보안 강화)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94960" y="25146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Access + 새 Refresh 발급 (Rotation)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4114800" cy="3017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 Entity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75304"/>
            <a:ext cx="4114800" cy="1316736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@Table(name = </a:t>
            </a:r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"refresh_tokens"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RefreshToken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@OneToOne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@JoinColumn(name =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"user_id"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UserEntity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token;
  private LocalDateTime expiresAt;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isExpired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LocalDateTime.now()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.isAfter(expiresAt);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273552"/>
            <a:ext cx="4114800" cy="301752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27355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RefreshTokenRepository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575304"/>
            <a:ext cx="4114800" cy="1316736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</a:t>
            </a:r>
            <a:pPr indent="0" marL="0">
              <a:buNone/>
            </a:pPr>
            <a:r>
              <a:rPr lang="en-US" sz="950" b="1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RefreshTokenRepository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extends 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JpaRepository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&lt;RefreshToken, Long&gt; {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Optional&lt;RefreshToken&gt;
  findByToken(String token);
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deleteByUser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(UserEntity user);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재로그인 시 기존 토큰 삭제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AuthService.refresh — Token Rotation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DB 조회 → 만료 확인 → 새 토큰 발급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4937760" cy="3703320"/>
          </a:xfrm>
          <a:prstGeom prst="rect">
            <a:avLst/>
          </a:prstGeom>
          <a:solidFill>
            <a:srgbClr val="1E2D3D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@Transactional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</a:t>
            </a:r>
            <a:pPr indent="0" marL="0">
              <a:buNone/>
            </a:pPr>
            <a:r>
              <a:rPr lang="en-US" sz="9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TokenResponse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refresh(String rtValue) {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DB에서 Refresh Token 조회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RefreshToken stored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refreshTokenRepo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.findByToken(rtValue)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.orElseThrow(() 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new IllegalArgumentException(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"유효하지 않은 Refresh Token"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만료 여부 확인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(stored.</a:t>
            </a:r>
            <a:pPr indent="0" marL="0">
              <a:buNone/>
            </a:pPr>
            <a:r>
              <a:rPr lang="en-US" sz="950" b="1" dirty="0">
                <a:solidFill>
                  <a:srgbClr val="F451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isExpired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refreshTokenRepo.delete(stored);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IllegalArgumentException(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"Refresh Token 만료. 재로그인 필요"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
  }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3. Token Rotation — 새 토큰 발급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UserEntity user = stored.getUser();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newAccess  = jwtProvider.
    generateAccessToken(user);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newRefresh = jwtProvider.
    generateRefreshToken(user);
</a:t>
            </a:r>
            <a:pPr indent="0" marL="0">
              <a:buNone/>
            </a:pPr>
            <a:r>
              <a:rPr lang="en-US" sz="950" dirty="0">
                <a:solidFill>
                  <a:srgbClr val="8B9B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4. DB Refresh Token 갱신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stored.setToken(newRefresh);
  stored.setExpiresAt(
    LocalDateTime.now().plusDays(7));
  refreshTokenRepo.save(stored);
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</a:t>
            </a:r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TokenResponse.of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(newAccess, newRefresh);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0" y="1188720"/>
            <a:ext cx="3291840" cy="347472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0" y="11887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Rotation 전략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645920"/>
            <a:ext cx="32918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0" y="1645920"/>
            <a:ext cx="347472" cy="475488"/>
          </a:xfrm>
          <a:prstGeom prst="rect">
            <a:avLst/>
          </a:prstGeom>
          <a:solidFill>
            <a:srgbClr val="00897B">
              <a:alpha val="8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64592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88736" y="1664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/auth/refresh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(Refresh Token 전송)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0" y="2212848"/>
            <a:ext cx="32918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0" y="2212848"/>
            <a:ext cx="347472" cy="475488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21284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88736" y="223113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조회 → 만료 확인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2779776"/>
            <a:ext cx="32918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2779776"/>
            <a:ext cx="347472" cy="475488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7977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88736" y="279806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Access + 새 Refresh 발급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3346704"/>
            <a:ext cx="32918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3346704"/>
            <a:ext cx="347472" cy="475488"/>
          </a:xfrm>
          <a:prstGeom prst="rect">
            <a:avLst/>
          </a:prstGeom>
          <a:solidFill>
            <a:srgbClr val="7B1FA2">
              <a:alpha val="8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0" y="334670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88736" y="336499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Refresh Token 갱신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0" y="3913632"/>
            <a:ext cx="3291840" cy="475488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0" y="3913632"/>
            <a:ext cx="347472" cy="475488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391363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88736" y="393192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클라이언트에 두 토큰 반환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0" y="4498848"/>
            <a:ext cx="3291840" cy="411480"/>
          </a:xfrm>
          <a:prstGeom prst="rect">
            <a:avLst/>
          </a:prstGeom>
          <a:solidFill>
            <a:srgbClr val="7B1FA2">
              <a:alpha val="15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32120" y="44988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탈취된 Refresh Token 재사용 → DB 불일치 → 즉시 무효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테스트 시나리오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→ 로그인 → 보호 API → 만료 → 재발급 전체 흐름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329184" cy="621792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808" y="1353312"/>
            <a:ext cx="548640" cy="256032"/>
          </a:xfrm>
          <a:prstGeom prst="rect">
            <a:avLst/>
          </a:prstGeom>
          <a:solidFill>
            <a:srgbClr val="43A047">
              <a:alpha val="90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353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53312" y="13533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/auth/signup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9808" y="121615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 { "username": "user1", "password": "pass1234",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"email": "user1@test.com" }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3A0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  →  { "message": "회원가입 완료" }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8412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920240"/>
            <a:ext cx="329184" cy="621792"/>
          </a:xfrm>
          <a:prstGeom prst="rect">
            <a:avLst/>
          </a:prstGeom>
          <a:solidFill>
            <a:srgbClr val="F4511E">
              <a:alpha val="90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2024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9808" y="2084832"/>
            <a:ext cx="548640" cy="256032"/>
          </a:xfrm>
          <a:prstGeom prst="rect">
            <a:avLst/>
          </a:prstGeom>
          <a:solidFill>
            <a:srgbClr val="F4511E">
              <a:alpha val="90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084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53312" y="2084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/auth/login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49808" y="194767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 { "username": "user1", "password": "pass1234" 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2920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5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→  { "accessToken": "eyJ...", "refreshToken": "eyJ...", "tokenType": "Bearer" }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651760"/>
            <a:ext cx="8412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651760"/>
            <a:ext cx="329184" cy="621792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5176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2816352"/>
            <a:ext cx="548640" cy="256032"/>
          </a:xfrm>
          <a:prstGeom prst="rect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28163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53312" y="28163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" y="267919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 Header: Authorization: Bearer {accessToken}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0" y="2816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→  게시글 목록 (보호 API 접근 성공)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383280"/>
            <a:ext cx="8412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383280"/>
            <a:ext cx="329184" cy="621792"/>
          </a:xfrm>
          <a:prstGeom prst="rect">
            <a:avLst/>
          </a:prstGeom>
          <a:solidFill>
            <a:srgbClr val="C62828">
              <a:alpha val="9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38328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49808" y="3547872"/>
            <a:ext cx="548640" cy="256032"/>
          </a:xfrm>
          <a:prstGeom prst="rect">
            <a:avLst/>
          </a:prstGeom>
          <a:solidFill>
            <a:srgbClr val="C62828">
              <a:alpha val="90000"/>
            </a:srgbClr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35478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353312" y="35478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/api/posts (만료 토큰)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9808" y="341071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 Header: Authorization: Bearer {만료된 accessToken}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29200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  →  JWT 만료 오류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4114800"/>
            <a:ext cx="8412480" cy="621792"/>
          </a:xfrm>
          <a:prstGeom prst="rect">
            <a:avLst/>
          </a:prstGeom>
          <a:solidFill>
            <a:srgbClr val="FFFFFF"/>
          </a:solidFill>
          <a:ln w="1905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4114800"/>
            <a:ext cx="329184" cy="621792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114800"/>
            <a:ext cx="3291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9808" y="4279392"/>
            <a:ext cx="548640" cy="256032"/>
          </a:xfrm>
          <a:prstGeom prst="rect">
            <a:avLst/>
          </a:prstGeom>
          <a:solidFill>
            <a:srgbClr val="7B1FA2">
              <a:alpha val="90000"/>
            </a:srgbClr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4279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353312" y="42793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/auth/refresh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" y="4142232"/>
            <a:ext cx="4114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요청: { "refreshToken": "eyJ..." }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29200" y="4279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 →  { "accessToken": "새토큰", "refreshToken": "새리프레시" 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 문제 + FAQ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4개 문제 구성 + 자주 나오는 질문과 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754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1005840" cy="566928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★★☆☆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UserEntity + UserRepository + UserDetailsServiceImpl 구현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754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43A0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874520"/>
            <a:ext cx="1005840" cy="566928"/>
          </a:xfrm>
          <a:prstGeom prst="rect">
            <a:avLst/>
          </a:prstGeom>
          <a:solidFill>
            <a:srgbClr val="43A047">
              <a:alpha val="85000"/>
            </a:srgbClr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874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167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463040" y="194767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 핵심 메서드 완성 (generateAccessToken, validateToken, extractUsername)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4754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9A82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60320"/>
            <a:ext cx="1005840" cy="566928"/>
          </a:xfrm>
          <a:prstGeom prst="rect">
            <a:avLst/>
          </a:prstGeom>
          <a:solidFill>
            <a:srgbClr val="F9A825">
              <a:alpha val="85000"/>
            </a:srgbClr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5603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852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263347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JwtAuthenticationFilter + SecurityConfig 완성 (addFilterBefore 등록)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47548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F4511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46120"/>
            <a:ext cx="1005840" cy="566928"/>
          </a:xfrm>
          <a:prstGeom prst="rect">
            <a:avLst/>
          </a:prstGeom>
          <a:solidFill>
            <a:srgbClr val="F4511E">
              <a:alpha val="85000"/>
            </a:srgbClr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461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3538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331927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AuthService 전체 통합 + RefreshToken DB 저장 + Logout 구현 (도전)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03520" y="1188720"/>
            <a:ext cx="3474720" cy="347472"/>
          </a:xfrm>
          <a:prstGeom prst="rect">
            <a:avLst/>
          </a:prstGeom>
          <a:solidFill>
            <a:srgbClr val="00897B">
              <a:alpha val="9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11887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자주 나오는 질문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303520" y="1627632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94960" y="166420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csrf.disable() 왜 해요?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94960" y="1938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JWT는 헤더 전달 → 브라우저 자동 첨부 없음 → CSRF 위협 없음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03520" y="2404872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394960" y="2441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Payload를 누구나 읽을 수 있나요?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394960" y="2715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YES — Base64 디코딩 가능. 하지만 변조 불가. 민감정보 절대 금지!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303520" y="3182112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394960" y="32186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매 요청마다 DB를 조회하나요?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94960" y="34930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YES — 성능 최적화 시 @Cacheable 또는 JWT Payload에 role 포함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3959352"/>
            <a:ext cx="347472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394960" y="39959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Access Token 탈취되면?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94960" y="42702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짧은 만료(30분)로 최소화. Redis Blacklist로 즉시 무효화 가능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18일차 핵심 정리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 인증 구현 — 오늘 배운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344168"/>
            <a:ext cx="38404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2416" y="132588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Filter Chain에 addFilterBefore()로 JwtAuthenticationFilter를 삽입한다.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41148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459736"/>
            <a:ext cx="38404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2441448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UserDetails / UserDetailsService를 구현해 DB 기반 인증을 처리한다.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65576"/>
            <a:ext cx="41148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3575304"/>
            <a:ext cx="38404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" y="3557016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구조: Header.Payload.Signature — Payload는 Base64이므로 민감정보 금지.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234440"/>
            <a:ext cx="41148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56048" y="1344168"/>
            <a:ext cx="38404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31536" y="1325880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JwtTokenProvider: generateAccessToken · validateToken · extractUsername 3가지 핵심 메서드.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2350008"/>
            <a:ext cx="41148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56048" y="2459736"/>
            <a:ext cx="38404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6048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31536" y="2441448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OncePerRequestFilter로 매 요청 Bearer 토큰 검증 → SecurityContextHolder 저장.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46320" y="3465576"/>
            <a:ext cx="411480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56048" y="3575304"/>
            <a:ext cx="384048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31536" y="3557016"/>
            <a:ext cx="3429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 DB 저장 + Token Rotation → 탈취 토큰 재사용 방지.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19일차 예고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심화 — Role 기반 인가 + OAuth2 소셜 로그인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02336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07008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기반 인가 (@PreAuthorize)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2496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hasRole(), hasAuthority() 어노테이션 설정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402336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19472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04688" y="2103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소셜 로그인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04688" y="2496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Kakao OAuth2 Client 연동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402336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07008" y="3429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Security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8221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@PreAuthorize, @PostAuthorize, @Secured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023360" cy="1143000"/>
          </a:xfrm>
          <a:prstGeom prst="rect">
            <a:avLst/>
          </a:prstGeom>
          <a:solidFill>
            <a:srgbClr val="1A2E4A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19472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04688" y="3429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Redis Blacklist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04688" y="38221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로그아웃 토큰 즉시 무효화 전략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681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예습 권장: jwt.io 사이트에서 Access Token을 직접 디코딩해 Payload 내용 확인해보기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18일차 - Spring Security + JWT</dc:title>
  <dc:subject>PptxGenJS Presentation</dc:subject>
  <dc:creator>PptxGenJS</dc:creator>
  <cp:lastModifiedBy>PptxGenJS</cp:lastModifiedBy>
  <cp:revision>1</cp:revision>
  <dcterms:created xsi:type="dcterms:W3CDTF">2026-06-06T03:31:32Z</dcterms:created>
  <dcterms:modified xsi:type="dcterms:W3CDTF">2026-06-06T03:31:32Z</dcterms:modified>
</cp:coreProperties>
</file>