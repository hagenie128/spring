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64008" cy="51435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풀스택 개발자 양성과정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컨테이너와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관리 ①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097280" cy="4389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4871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선수학습: 1일차 완료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914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197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~ 18:00  (8H)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80760" y="1901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1-2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21854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Bean 기초 &amp; 심화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80760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31729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 Bean 등록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80760" y="38770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싱글톤 레지스트리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6.2  ·  Maven  ·  Java 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수업이 끝나면 다음을 할 수 있어야 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15727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컨테이너 내부 동작 설명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035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Bean이 생성되고 주입되는 5단계 과정을 설명할 수 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234440"/>
            <a:ext cx="73152" cy="15727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7608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&lt;bean&gt; 속성 활용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231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주입, 생성자 주입, ref, 컬렉션 주입을 XML로 작성할 수 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90088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2412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 Bean 등록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035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 계열 4종 + component-scan으로 Bean을 등록할 수 있다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1772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990088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7608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스코프 차이 확인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8231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singleton과 prototype 스코프의 차이를 코드로 확인하고 설명할 수 있다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컨테이너 내부 동작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설정을 읽는 순간부터 Bean이 준비될 때까지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844905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34440"/>
            <a:ext cx="73152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325880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0704" y="128930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읽기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289304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→ BeanDefinition (Bean의 설계도 객체) 생성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" y="1856232"/>
            <a:ext cx="420624" cy="100584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956816"/>
            <a:ext cx="844905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1956816"/>
            <a:ext cx="73152" cy="62179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048256"/>
            <a:ext cx="420624" cy="42062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20116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01168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BeanDefinition 기반으로 Reflection이 new ClassName() 호출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0352" y="2578608"/>
            <a:ext cx="420624" cy="100584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679192"/>
            <a:ext cx="844905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679192"/>
            <a:ext cx="73152" cy="62179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770632"/>
            <a:ext cx="420624" cy="420624"/>
          </a:xfrm>
          <a:prstGeom prst="ellipse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60704" y="273405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 주입 (DI)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2734056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/ constructor-arg 설정대로 값·참조 주입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30352" y="3300984"/>
            <a:ext cx="420624" cy="100584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401568"/>
            <a:ext cx="844905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3401568"/>
            <a:ext cx="73152" cy="62179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493008"/>
            <a:ext cx="420624" cy="420624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60704" y="34564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초기화 콜백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83280" y="345643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init-method 또는 @PostConstruct 호출 (3일차 학습)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30352" y="4023360"/>
            <a:ext cx="420624" cy="100584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123944"/>
            <a:ext cx="844905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4123944"/>
            <a:ext cx="73152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4215384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60704" y="417880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준비 완료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383280" y="4178808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getBean()으로 꺼낼 수 있는 상태  ← 컨테이너 시작 시 여기까지 완료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47472" y="4846320"/>
            <a:ext cx="8449056" cy="2286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846320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왜 reflection을 사용할까?  A: class 속성이 문자열로 저장되므로, 런타임에 Class.forName()으로 동적 로드가 필요합니다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&lt;bean&gt; 태그 주요 속성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등록 시 사용하는 핵심 속성들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502920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71600"/>
            <a:ext cx="4663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"messageBean"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"msg, msgBean"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"com.spring.day02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.MessageBean"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"singleton"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lazy-init</a:t>
            </a:r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"false"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32120" y="1207008"/>
            <a:ext cx="3246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1207008"/>
            <a:ext cx="6400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243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53619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유일 식별자. getBean() 시 사용합니다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1938528"/>
            <a:ext cx="3246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32120" y="1938528"/>
            <a:ext cx="64008" cy="6400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9751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26771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별칭 (쉼표·공백으로 여러 개 지정 가능)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2120" y="2670048"/>
            <a:ext cx="3246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2670048"/>
            <a:ext cx="64008" cy="64008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706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9992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풀패키지 클래스명 (오타 시 ClassNotFoundException 발생)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3401568"/>
            <a:ext cx="3246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3401568"/>
            <a:ext cx="64008" cy="6400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4381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73075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(기본) | prototype | request | session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32120" y="4133088"/>
            <a:ext cx="3246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4133088"/>
            <a:ext cx="64008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4169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lazy-init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44622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false(기본): 컨테이너 시작 시 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최초 getBean() 시점에 생성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주입 방법 — Setter vs 생성자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공식 권장은 생성자 주입 (불변성·테스트 용이)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3308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413308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4133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주입  &lt;property&gt;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클래스에 setXxx() 메서드가 있어야 합니다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3749040" cy="25420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48840"/>
            <a:ext cx="354787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"bookBean"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"...BookBean"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"title"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"스프링 입문"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"30000"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"author"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"authorBean"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207008"/>
            <a:ext cx="413308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07008"/>
            <a:ext cx="4133088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207008"/>
            <a:ext cx="4133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주입  &lt;constructor-arg&gt;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18888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파라미터를 받는 생성자가 클래스에 있어야 합니다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18888" y="2057400"/>
            <a:ext cx="3749040" cy="25420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148840"/>
            <a:ext cx="354787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"bookBean2"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"...BookBean"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&lt;constructor-arg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"자바의 정석"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&lt;constructor-arg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"남궁성"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&lt;constructor-arg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"35000"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type=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"int"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간 참조 — ref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Bean을 필드로 주입할 때는 value 대신 ref를 사용합니다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2560320" cy="914400"/>
          </a:xfrm>
          <a:prstGeom prst="rect">
            <a:avLst/>
          </a:prstGeom>
          <a:solidFill>
            <a:srgbClr val="E1F5F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34440"/>
            <a:ext cx="25603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34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book1 Bean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스프링 입문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30000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44368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44368" y="1901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234440"/>
            <a:ext cx="2560320" cy="91440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234440"/>
            <a:ext cx="2560320" cy="3474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234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libraryBean Bean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38728" y="1609344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서울 도서관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featuredBook: → book1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" y="2286000"/>
            <a:ext cx="8449056" cy="2578608"/>
          </a:xfrm>
          <a:prstGeom prst="rect">
            <a:avLst/>
          </a:prstGeom>
          <a:solidFill>
            <a:srgbClr val="1E2D3D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423160"/>
            <a:ext cx="81015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"book1"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"...BookBean"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"title"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"스프링 입문"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"libraryBean"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"...LibraryBean"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"서울 도서관"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 name=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"featuredBook"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ref=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"book1"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id로 다른 Bean 참조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컬렉션 주입 — List · Map · 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컬렉션 타입을 XML로 직접 주입할 수 있습니다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2743200" cy="3566160"/>
          </a:xfrm>
          <a:prstGeom prst="rect">
            <a:avLst/>
          </a:prstGeom>
          <a:solidFill>
            <a:srgbClr val="E1F5F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274320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523744" cy="285292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810512"/>
            <a:ext cx="24505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&lt;property name=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"genres"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&lt;list&gt;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&lt;value&gt;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프로그래밍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&lt;/value&gt;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&lt;value&gt;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데이터베이스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&lt;/value&gt;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&lt;/list&gt;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&lt;/property&gt;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207008"/>
            <a:ext cx="2743200" cy="356616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207008"/>
            <a:ext cx="2743200" cy="4389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2070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737360"/>
            <a:ext cx="2523744" cy="285292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1810512"/>
            <a:ext cx="24505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&lt;property name=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"bookPrices"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&lt;map&gt;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&lt;entry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key=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"스프링 입문"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"30000"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&lt;/map&gt;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&lt;/property&gt;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8192" y="1207008"/>
            <a:ext cx="2743200" cy="3566160"/>
          </a:xfrm>
          <a:prstGeom prst="rect">
            <a:avLst/>
          </a:prstGeom>
          <a:solidFill>
            <a:srgbClr val="FFF3E0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1207008"/>
            <a:ext cx="2743200" cy="43891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2070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737360"/>
            <a:ext cx="2523744" cy="285292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810512"/>
            <a:ext cx="24505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&lt;property name=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"tags"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&lt;value&gt;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&lt;/value&gt;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&lt;value&gt;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&lt;/value&gt;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&lt;/property&gt;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4864608"/>
            <a:ext cx="8449056" cy="2286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864608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순서 O, 중복 O   |   Map: key-value 쌍   |   Set: 순서 X, 중복 X  — Java 컬렉션 특성 그대로 적용됩니다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방식 vs 어노테이션 방식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2.5부터 어노테이션으로 Bean 등록을 대폭 간소화했습니다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33088" cy="3566160"/>
          </a:xfrm>
          <a:prstGeom prst="rect">
            <a:avLst/>
          </a:prstGeom>
          <a:solidFill>
            <a:srgbClr val="FFF8F8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4133088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4133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방식 — 단점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클래스 수 ↑  →  XML 길이 비례해서 증가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클래스 이름 변경 시 XML도 함께 수정 필요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런타임에 ClassNotFoundException 발생 위험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7856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코드와 설정이 분리 → 가독성 저하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138928" y="1207008"/>
            <a:ext cx="36576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C5E1A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38928" y="1207008"/>
            <a:ext cx="3657600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207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 방식 — 장점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85232" y="1810512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클래스 위에 @Service 한 줄로 등록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85232" y="2468880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코드와 설정이 한 곳에 → 가독성 향상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85232" y="3127248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클래스 리팩터링 시 어노테이션도 함께 이동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85232" y="3785616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 지원 → 오타 컴파일 타임 감지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7472" y="4864608"/>
            <a:ext cx="8449056" cy="2286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864608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component-scan 한 줄을 위해 XML이 여전히 필요합니다. Spring Boot에서는 XML 없이 Java Config로 완전 대체 가능합니다 (15일차)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스테레오타입 어노테이션 4종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 계열 — 역할을 명시하는 의미적 차이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207008"/>
            <a:ext cx="27432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2070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계층의 기반 — 분류가 애매할 때 사용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76272" y="2212848"/>
            <a:ext cx="54864" cy="621792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834640"/>
            <a:ext cx="274320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834640"/>
            <a:ext cx="2743200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로직 레이어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2523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클래스에 사용. 추가 기능 없음 (의미만 구분)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2212848"/>
            <a:ext cx="54864" cy="621792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834640"/>
            <a:ext cx="274320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2834640"/>
            <a:ext cx="2743200" cy="5029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@Repository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10128" y="3401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접근 레이어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3749040"/>
            <a:ext cx="2523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클래스. DB 예외를 Spring 예외로 자동 변환하는 기능 추가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24928" y="2212848"/>
            <a:ext cx="54864" cy="621792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2834640"/>
            <a:ext cx="274320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53328" y="2834640"/>
            <a:ext cx="2743200" cy="5029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63056" y="3401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요청 처리 레이어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63056" y="3749040"/>
            <a:ext cx="2523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Controller. 요청 매핑 기능 추가 (6~8일차에서 상세 학습)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component-scan 설정 방법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2단계로 완성 — 어노테이션 추가 + XML에 스캔 경로 지정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449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73152" cy="13716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98448"/>
            <a:ext cx="411480" cy="41148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125272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클래스에 어노테이션 추가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1627632"/>
            <a:ext cx="7589520" cy="8046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1682496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ProductService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... } 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ProductRepository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... 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2697480"/>
            <a:ext cx="8449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697480"/>
            <a:ext cx="73152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8892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27432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XML에 component-scan 설정 (이 패키지를 스캔해줘)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24128" y="3118104"/>
            <a:ext cx="7589520" cy="8046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17296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&lt;context:component-scan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base-package=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"com.spring.day02.annotation"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이름 자동 생성 규칙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4526280"/>
            <a:ext cx="8449056" cy="164592"/>
          </a:xfrm>
          <a:prstGeom prst="rect">
            <a:avLst/>
          </a:prstGeom>
          <a:solidFill>
            <a:srgbClr val="F2F6FA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5262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ProductService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49040" y="452628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  (첫 글자 소문자)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4709160"/>
            <a:ext cx="84490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7091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URLParser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49040" y="470916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URLParser  (두 글자 이상 대문자 시 유지)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892040"/>
            <a:ext cx="8449056" cy="164592"/>
          </a:xfrm>
          <a:prstGeom prst="rect">
            <a:avLst/>
          </a:prstGeom>
          <a:solidFill>
            <a:srgbClr val="F2F6FA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8920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@Service("myService")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49040" y="48920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myService  (직접 지정)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싱글톤 레지스트리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POJO를 싱글톤으로 관리 — GoF 패턴의 문제점을 해결합니다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33088" cy="3657600"/>
          </a:xfrm>
          <a:prstGeom prst="rect">
            <a:avLst/>
          </a:prstGeom>
          <a:solidFill>
            <a:srgbClr val="FFF8F8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4133088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4133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 싱글톤 패턴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3840480" cy="144475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10512"/>
            <a:ext cx="3657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instance;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{}  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private!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getInstance()</a:t>
            </a:r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{...}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27355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private 생성자 → 상속 불가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전역 상태 → 테스트 어려움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멀티스레드 안전하지 않음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138928" y="1207008"/>
            <a:ext cx="3657600" cy="3657600"/>
          </a:xfrm>
          <a:prstGeom prst="rect">
            <a:avLst/>
          </a:prstGeom>
          <a:solidFill>
            <a:srgbClr val="F1F8E9"/>
          </a:solidFill>
          <a:ln w="19050">
            <a:solidFill>
              <a:srgbClr val="A5D6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38928" y="1207008"/>
            <a:ext cx="3657600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207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싱글톤 레지스트리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285232" y="1737360"/>
            <a:ext cx="3364992" cy="144475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1810512"/>
            <a:ext cx="31821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평범한 POJO 클래스!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count = 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increment()</a:t>
            </a:r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{...}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85232" y="3273552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생성자 → 상속·확장 가능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85232" y="3749040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POJO → 단위 테스트 용이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85232" y="4224528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컨테이너 보장 → 스레드 안전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vs prototype 스코프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설정 한 줄로 객체 생성 방식이 달라집니다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3308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4133088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4133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scope="singleton"  (기본값)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3840480" cy="17190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10512"/>
            <a:ext cx="3657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CounterBean a = ctx.getBean(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"counter", CounterBean.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CounterBean b = ctx.getBean(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"counter", CounterBean.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a.increment(); a.increment();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b.getCount() // → 2 (같은 객체!)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== b) // →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사용하나?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2219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없는 서비스·유틸 클래스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(대부분의 Spring Bean이 여기에 해당)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38928" y="1207008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38928" y="1207008"/>
            <a:ext cx="3657600" cy="47548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207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scope="prototype"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285232" y="1737360"/>
            <a:ext cx="3364992" cy="17190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6672" y="1810512"/>
            <a:ext cx="31821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XML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"proto"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"...TempBean"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"prototype"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getBean() 호출마다 새 객체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proto1 == proto2 // → false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85232" y="354787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사용하나?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85232" y="3822192"/>
            <a:ext cx="3364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요청마다 독립 상태가 필요한 경우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close() 시 소멸 콜백 호출 안 됨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발생하는 오류 &amp; 해결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2일차 실습에서 흔히 만나는 문제들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34440"/>
            <a:ext cx="73152" cy="7863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316736"/>
            <a:ext cx="64008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167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61872" y="12893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BeanCreationException: No default constructor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setter 주입 Bean인데 기본 생성자(no-arg)가 없음   →   해결: 클래스에 public ClassName() {} 기본 생성자 추가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121408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121408"/>
            <a:ext cx="73152" cy="786384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203704"/>
            <a:ext cx="640080" cy="2011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03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61872" y="21762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NoSuchBeanDefinitionException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2578608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component-scan의 base-package 경로 오타   →   해결: base-package 속성 값의 패키지 경로 재확인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3008376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008376"/>
            <a:ext cx="73152" cy="78638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090672"/>
            <a:ext cx="640080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0906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61872" y="30632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UnsatisfiedDependencyException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465576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ref로 참조한 Bean id 오타 (예: ref="bookBean1" → bean id는 "bookBean")   →   해결: xml의 ref="..." 값과 &lt;bean id="..."&gt; 일치 여부 확인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3895344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895344"/>
            <a:ext cx="73152" cy="7863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977640"/>
            <a:ext cx="64008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9776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61872" y="39502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네임스페이스 오류 (component-scan 인식 안 됨)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4352544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applicationContext.xml 헤더에 xmlns:context 선언 누락   →   해결: XML 상단에 xmlns:context 및 schemaLocation 추가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 안내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day02/problems/ 폴더 — 수업 후 풀어보세요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61872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99032"/>
            <a:ext cx="1051560" cy="347472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99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64208" y="1399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3533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— ref·컬렉션 주입 완성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problems/problem01/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148840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148840"/>
            <a:ext cx="73152" cy="7498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86000"/>
            <a:ext cx="1051560" cy="347472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4208" y="2286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22402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 + component-scan 추가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problems/problem02/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3035808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035808"/>
            <a:ext cx="73152" cy="74980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172968"/>
            <a:ext cx="1051560" cy="347472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7296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64208" y="3172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31272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싱글톤·프로토타입 비교 코드 작성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31912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problems/problem03/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3922776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3922776"/>
            <a:ext cx="73152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059936"/>
            <a:ext cx="1051560" cy="347472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599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64208" y="40599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834640" y="401421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관리 시스템 전체 구성 (도전)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40782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problems/problem04/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4892040"/>
            <a:ext cx="8449056" cy="201168"/>
          </a:xfrm>
          <a:prstGeom prst="rect">
            <a:avLst/>
          </a:prstGeom>
          <a:solidFill>
            <a:srgbClr val="E3F2F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892040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상세 내용은 problems/README.md 참고  |  문제 4는 도전 문제로 자유롭게 시도해 보세요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2일차 핵심 정리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9144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424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042416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등록 방법 2가지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89888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XML: &lt;bean id class/&gt; ② 어노테이션: @Component/@Service/@Repository/@Controller + component-scan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75104"/>
            <a:ext cx="91440" cy="8686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주입 방법 2가지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77440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setter 주입: &lt;property name value/ref/&gt; — setXxx() 필요  ② 생성자 주입: &lt;constructor-arg value/ref/&gt;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62656"/>
            <a:ext cx="91440" cy="86868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17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컬렉션 주입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64992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&lt;list&gt;, &lt;map&gt;, &lt;set&gt; 태그로 Java 컬렉션 타입을 XML에서 직접 주입할 수 있습니다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950208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50208"/>
            <a:ext cx="91440" cy="8686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0050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4005072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singleton vs prototype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352544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singleton(기본): 컨테이너당 1개, 같은 객체 반환  /  prototype: getBean() 호출마다 새 인스턴스 생성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3일차 예고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36576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컨테이너와 Bean 관리 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44168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44168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081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스코프 심화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2821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· session 스코프 (웹 환경에서의 Bean 관리)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9456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58568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생명주기 콜백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@PostConstruct · @PreDestroy — 초기화·소멸 시점 제어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4495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 vs BeanFactory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컨테이너의 차이점과 각각의 활용 시나리오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9534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59352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초기화·소멸 콜백 확인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279392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콜백 메서드가 호출되는 순서를 콘솔 출력으로 직접 확인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solidFill>
            <a:srgbClr val="0D2A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예습: prototype scope Bean을 getBean() 5번 호출 후 System.identityHashCode()로 각 객체가 다른지 확인해보기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2일차 - IoC 컨테이너와 Bean 관리 ①</dc:title>
  <dc:subject>PptxGenJS Presentation</dc:subject>
  <dc:creator>PptxGenJS</dc:creator>
  <cp:lastModifiedBy>PptxGenJS</cp:lastModifiedBy>
  <cp:revision>1</cp:revision>
  <dcterms:created xsi:type="dcterms:W3CDTF">2026-05-25T12:03:05Z</dcterms:created>
  <dcterms:modified xsi:type="dcterms:W3CDTF">2026-05-25T12:03:05Z</dcterms:modified>
</cp:coreProperties>
</file>