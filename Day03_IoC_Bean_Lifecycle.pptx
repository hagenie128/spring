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756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컨테이너와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관리 ②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2일차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스코프 심화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생명주기 콜백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&amp; Java Config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Maven  ·  Java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스코프 6종 구분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@Scope 어노테이션으로 스코프를 설정하고 각 종류의 차이를 설명할 수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 콜백 3가지 구현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init-method, InitializingBean, @PostConstruct의 차이를 설명하고 코드로 구현할 수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BeanFactory vs ApplicationContext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인터페이스의 차이(Eager/Lazy)와 ApplicationContext의 추가 기능을 설명할 수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컨테이너 구성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@Configuration과 @Bean으로 XML을 대체하는 Java Config 기반 컨테이너를 구성할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스코프 6종류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singleton과 prototype은 모든 환경, 나머지 4종은 Spring MVC 웹 환경 전용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스코프  —  모든 환경에서 사용 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7472" y="1572768"/>
            <a:ext cx="73152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776472" y="1591056"/>
            <a:ext cx="658368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76472" y="1591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컨테이너당 인스턴스 1개 (기본값)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getBean() 몇 번 호출해도 항상 같은 객체 반환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45152" y="1572768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45152" y="1572768"/>
            <a:ext cx="73152" cy="9601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74152" y="1591056"/>
            <a:ext cx="658368" cy="21945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74152" y="1591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8032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8032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getBean() 호출마다 새 인스턴스 생성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소멸 콜백(@PreDestroy) 호출 안 됨 — 주의!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2651760"/>
            <a:ext cx="8449056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전용 스코프  —  Spring MVC 환경에서만 동작  (6~8일차 실습)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017520"/>
            <a:ext cx="19933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47472" y="3017520"/>
            <a:ext cx="199339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8912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 1건당 1개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시작 생성 · 응답 완료 소멸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78024" y="3017520"/>
            <a:ext cx="19933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478024" y="3017520"/>
            <a:ext cx="1993392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69464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9464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세션 1개당 1개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~ 로그아웃 동안 유지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08576" y="3017520"/>
            <a:ext cx="19933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08576" y="3017520"/>
            <a:ext cx="1993392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00016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00016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ServletContext 당 1개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전체 공유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39128" y="3017520"/>
            <a:ext cx="199339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739128" y="3017520"/>
            <a:ext cx="199339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830568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30568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세션당 1개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커넥션 열림 ~ 닫힘 동안 유지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@Scope 어노테이션 &amp; prototype 주의사항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 설정 3가지 방법과 prototype 사용 시 반드시 알아야 할 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6974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5A6A7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2697480" cy="347472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XML 방식 (2일차)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1600200"/>
            <a:ext cx="25146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064" y="1673352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"myBean"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"...MyBean"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"prototype"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974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207008"/>
            <a:ext cx="269748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어노테이션 방식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25146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64992" y="1673352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@Scope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"prototype"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MyBean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...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207008"/>
            <a:ext cx="269748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207008"/>
            <a:ext cx="2697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207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Java Config 방식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44768" y="1600200"/>
            <a:ext cx="251460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1673352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@Scope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"prototype"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MyBean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myBean()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MyBean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246120"/>
            <a:ext cx="8449056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스코프 사용 시 주의사항 2가지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7472" y="3657600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73152" cy="5669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365760" cy="365760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3694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소멸 콜백 호출 안 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69417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@PreDestroy / destroy-method 무시됩니다. 컨테이너가 close() 후에도 prototype Bean을 추적하지 않기 때문입니다.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432511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47472" y="4325112"/>
            <a:ext cx="73152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02920" y="4416552"/>
            <a:ext cx="365760" cy="3657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안 prototype 주입 문제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4361688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Bean에 prototype을 주입하면 singleton 생성 시 1번만 주입됩니다. 해결: @Lookup 또는 ObjectProvider 사용 (4단원에서 상세 학습)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Bean 생명주기 전체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시작부터 종료까지 — 6단계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16152"/>
            <a:ext cx="7315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2064" y="129844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12064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80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정의 로딩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XML·어노테이션 읽기 → BeanDefinition 객체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6992" y="1335024"/>
            <a:ext cx="749808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936992" y="13350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" y="1764792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184708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7472" y="1847088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12064" y="192938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2064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19110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26080" y="1911096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Reflection으로 new 호출  →  객체 생성 (생성자 실행)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" y="2395728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47472" y="2478024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47472" y="2478024"/>
            <a:ext cx="73152" cy="5486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12064" y="2560320"/>
            <a:ext cx="384048" cy="38404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2064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25420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주입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926080" y="254203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/ constructor-arg 설정대로 값·참조 주입 완료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3026664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47472" y="310896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47472" y="3108960"/>
            <a:ext cx="73152" cy="5486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12064" y="3191256"/>
            <a:ext cx="384048" cy="384048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2064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1729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 콜백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926080" y="3172968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 → afterPropertiesSet() → init-method  (권장 순서 역순으로 실행)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3657600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47472" y="3739896"/>
            <a:ext cx="8449056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47472" y="3739896"/>
            <a:ext cx="7315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12064" y="3822192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12064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38039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사용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2926080" y="380390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getBean()으로 꺼낼 수 있는 상태  ←  이 구간이 실제 운영 시간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36992" y="3863340"/>
            <a:ext cx="749808" cy="27432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936992" y="38633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" y="4288536"/>
            <a:ext cx="54864" cy="82296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47472" y="4370832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47472" y="4370832"/>
            <a:ext cx="73152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12064" y="4453128"/>
            <a:ext cx="384048" cy="38404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12064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5840" y="4434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소멸 콜백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2926080" y="443484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@PreDestroy → destroy() → destroy-method  (초기화 역순 LIFO)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936992" y="4462272"/>
            <a:ext cx="749808" cy="27432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936992" y="44622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7472" y="5010912"/>
            <a:ext cx="8449056" cy="1097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47472" y="5010912"/>
            <a:ext cx="8449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⑥ 소멸은 ④ 초기화의 역순(LIFO)  |  prototype Bean은 ⑥ 소멸 콜백 호출 안 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 콜백 3가지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3(@PostConstruct / @PreDestroy)이 현업 권장 — Jakarta 표준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73152" cy="1170432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1  XML  init-method / destroy-method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91056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"dbConn"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"...DatabaseConnector"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init-method=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destroy-method=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"disconnect"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609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클래스 수정 불필요 → 외부 라이브러리에도 적용 가능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XML 설정 필요, 메서드명 오타 시 런타임 오류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468880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73152" cy="11704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523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  인터페이스  InitializingBean / DisposableBean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90779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InitializingBean,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DisposableBean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afterPropertiesSet()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destroy()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컴파일 타임 오류 검출 가능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218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Spring 인터페이스 종속 → 현업에서 잘 사용하지 않음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730752"/>
            <a:ext cx="8449056" cy="1170432"/>
          </a:xfrm>
          <a:prstGeom prst="rect">
            <a:avLst/>
          </a:prstGeom>
          <a:solidFill>
            <a:srgbClr val="F1F8E9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30752"/>
            <a:ext cx="73152" cy="11704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3  어노테이션  @PostConstruct / @PreDestroy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4360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CacheManager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@PostConstruct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initCache()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@PreDestroy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clearCache()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Jakarta 표준 (Spring 비종속) · 가독성 높음 — 권장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외부 라이브러리 클래스에는 적용 불가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LifecycleMainApp 실행 결과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 순서와 소멸 순서를 직접 눈으로 확인합니다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75488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초기화 단계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[DatabaseConnector] ① 생성자 — 인스턴스화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[NetworkService]    ① 생성자 — 인스턴스화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[CacheManager]      ① 생성자 — 인스턴스화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71216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[DatabaseConnector] ④ connect()  ← init-method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21868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[CacheManager]      ④ @PostConstruct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56616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[NetworkService]    ④ afterPropertiesSet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1207008"/>
            <a:ext cx="3538728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257800" y="12070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소멸 단계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1481328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컨테이너 종료(close()) ===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2615184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[NetworkService]    ⑥ destroy()  ← DisposableBean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76672" y="3182112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[CacheManager]      ⑥ @PreDestroy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76672" y="3749040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[DatabaseConnector] ⑥ disconnect() ← destroy-method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846320"/>
            <a:ext cx="4251960" cy="2286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47472" y="484632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초기화: DatabaseConnector → CacheManager → NetworkService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4846320"/>
            <a:ext cx="4105656" cy="228600"/>
          </a:xfrm>
          <a:prstGeom prst="rect">
            <a:avLst/>
          </a:prstGeom>
          <a:solidFill>
            <a:srgbClr val="FCE4EC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90872" y="4846320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소멸: NetworkService → CacheManager → DatabaseConnector (역순!)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BeanFactory vs ApplicationContext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ApplicationContext는 BeanFactory를 상속하며 기업 수준 기능을 추가합니다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3977640" cy="47548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BeanFactory  (인터페이스)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Spring IoC 컨테이너 최상위 인터페이스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getBean() 기능만 제공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Lazy loading: getBean() 시점에 Bean 생성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30098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설정 오류를 사용 시점까지 감지 못함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80390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현업에서 직접 사용 거의 없음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61688" y="2606040"/>
            <a:ext cx="41148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15968" y="23317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15968" y="25420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18888" y="1207008"/>
            <a:ext cx="3977640" cy="356616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18888" y="1207008"/>
            <a:ext cx="397764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18888" y="1207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 (권장)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792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Eager loading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01168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시작 시 singleton Bean 즉시 생성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295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MessageSource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51460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국제화 (다국어 메시지 지원)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7980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ApplicationEvent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301752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발행·구독 메커니즘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300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ResourceLoader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35204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파일·URL·classpath 리소스 접근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8039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Environment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402336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환경변수·프로파일(dev/prod) 설정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" y="4864608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로딩이 실무에 유리한 이유: 시작 시 오류 즉시 발견  |  실행 중 지연 없음  |  항상 ApplicationContext 사용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구현체 3종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방식에 따라 적합한 구현체를 선택합니다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73152" cy="1170432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566928" cy="566928"/>
          </a:xfrm>
          <a:prstGeom prst="rect">
            <a:avLst/>
          </a:prstGeom>
          <a:solidFill>
            <a:srgbClr val="5A6A7E">
              <a:alpha val="15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615" y="1243584"/>
            <a:ext cx="657913" cy="201168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261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ClassPathXmlApplicationContext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15727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classpath에서 XML 설정 파일을 로드합니다.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사용해 온 방식 — 레거시 프로젝트에서 흔히 볼 수 있습니다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1316736"/>
            <a:ext cx="3108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68112" y="137160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 ctx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ClassPathXml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ApplicationContext(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"applicationContext.xml"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468880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47472" y="2468880"/>
            <a:ext cx="73152" cy="11704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566928" cy="566928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523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2523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FileSystemXmlApplicationContext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88720" y="2834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경로 또는 상대 경로로 XML 파일을 로드합니다.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시스템의 특정 경로에 설정을 위치시킬 때 사용합니다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94960" y="2578608"/>
            <a:ext cx="3108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68112" y="263347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 ctx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FileSystemXml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ApplicationContext(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"C:/config/app.xml"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730752"/>
            <a:ext cx="8449056" cy="1170432"/>
          </a:xfrm>
          <a:prstGeom prst="rect">
            <a:avLst/>
          </a:prstGeom>
          <a:solidFill>
            <a:srgbClr val="F1F8E9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47472" y="3730752"/>
            <a:ext cx="73152" cy="11704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3785616"/>
            <a:ext cx="566928" cy="566928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AnnotationConfigApplicationContext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88720" y="4096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클래스 또는 패키지 스캔으로 로드합니다.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Boot가 내부적으로 사용하는 방식 — 오늘 실습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94960" y="3840480"/>
            <a:ext cx="310896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68112" y="3895344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@Configuration 클래스 직접 지정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ApplicationContext ctx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AnnotationConfig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ApplicationContext(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AppConfig.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615" y="1243584"/>
            <a:ext cx="65791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사용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2505456"/>
            <a:ext cx="566928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0" y="2505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경로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권장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— @Configuration &amp; @Bean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XML을 완전히 대체하는 Java 기반 Bean 설정 — Spring Boot의 기본 방식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3977640" cy="43891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방식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3657600" cy="2926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34564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"reportService"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"...ReportService"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"월간"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"notiComp"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"...Notification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Component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scope=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"prototype"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1688" y="26060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310896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18888" y="1207008"/>
            <a:ext cx="397764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18888" y="1207008"/>
            <a:ext cx="397764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0" y="1225296"/>
            <a:ext cx="566928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0" y="12252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12070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방식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56048" y="1700784"/>
            <a:ext cx="3657600" cy="2926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47488" y="1773936"/>
            <a:ext cx="34564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AppConfig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메서드명 = Bean 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reportService()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ReportService(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"월간");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 @Scope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("prototype")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NotificationComponent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notificationComponent()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NotificationComponent();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vs Java Config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프로젝트는 Java Config가 표준 — Spring Boot의 기본 방식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07008"/>
          <a:ext cx="8449056" cy="31272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Config 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 안전성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런타임 오류 위험 (문자열로 클래스 지정)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컴파일 타임 검출 (Java 타입 그대로)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지원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리팩토링·자동완성 제한적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완전한 리팩토링·자동완성 지원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조건부 설정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 (별도 profile 필요)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if문 등 Java 문법 그대로 사용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라이브러리 Bean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가독성·유지보수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설정이 여러 파일에 분산됨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클래스에 집중 → 추적 쉬움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사용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레거시 프로젝트 (읽기는 필수)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Boot의 기본 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7472" y="4890448"/>
            <a:ext cx="8449056" cy="230192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347472" y="4978908"/>
            <a:ext cx="8449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XML은 레거시 프로젝트에서 읽을 줄 알아야 합니다. 신규 개발은 Java Config(또는 Spring Boot)가 표준입니다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3일차 실습에서 흔히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73152" cy="7863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316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61872" y="12893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@PostConstruct 동작 안 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component-scan이 설정되지 않아 어노테이션 처리 안 됨   →   해결: XML에 &lt;context:component-scan&gt; 추가 확인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121408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7472" y="2121408"/>
            <a:ext cx="73152" cy="78638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2203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2176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init-method 무시됨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7860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XML의 init-method 속성에 메서드명 오타   →   해결: XML init-method="메서드명" 정확히 일치하는지 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008376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7472" y="3008376"/>
            <a:ext cx="73152" cy="78638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3063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  (Java Config 사용 시)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65576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AppConfig 클래스에 @Configuration 어노테이션 누락   →   해결: @Configuration 어노테이션 추가 후 AnnotationConfigApplicationContext 재시작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895344"/>
            <a:ext cx="844905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7472" y="3895344"/>
            <a:ext cx="73152" cy="7863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30352" y="3977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61872" y="3950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@PreDestroy 미호출 — 오류가 아님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prototype 스코프는 소멸 콜백을 호출하지 않는 게 정상   →   해결: prototype Bean은 소멸 콜백 없음을 인지하고, 필요 시 직접 관리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안내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day03/problems/ 폴더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73152" cy="74980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399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 init-method / destroy-method 설정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problems/problem01/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1488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7472" y="2148840"/>
            <a:ext cx="7315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240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 / @PreDestroy 추가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problems/problem02/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035808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127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/ @Bean + AnnotationConfigApplicationContext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problems/problem03/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2277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47472" y="3922776"/>
            <a:ext cx="73152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0142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InitializingBean / DisposableBean으로 커넥션 풀 구현 (도전)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105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problems/problem04/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solidFill>
            <a:srgbClr val="E3F2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4(도전): InitializingBean / DisposableBean으로 DB 커넥션 풀을 직접 구현해 보세요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91440" cy="86868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042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4241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singleton(기본) | prototype(getBean마다 새 인스턴스, 소멸콜백 없음) | request·session은 MVC 환경 (4단원)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91440" cy="8686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 콜백 (권장 순)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 / @PreDestroy (Jakarta 표준, 권장)  ←  InitializingBean / DisposableBean  ←  init-method / destroy-method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9144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구현체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ClassPathXmlApplicationContext (XML)  |  AnnotationConfigApplicationContext (Java Config, 최신 권장)  |  Spring Boot도 이 방식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91440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0050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0507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52544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+ @Bean = XML &lt;bean&gt; 완전 대체  |  타입 안전·IDE 지원·조건부 설정  |  Spring Boot의 기본 방식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개념 심화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결합 vs 느슨한 결합 — 인터페이스 기반 설계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주입 방식 3종 비교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/ Setter 주입 / 필드 주입 — 권장 순서와 이유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· @Inject · @Resource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주입 어노테이션의 차이와 우선순위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95935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DI 심화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&lt;property&gt; &lt;constructor-arg&gt; 고급 사용법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0D2A3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@PostConstruct 메서드 안에서 @Autowired로 주입된 객체를 사용해보기 — NPE 없이 동작하는 이유를 생각해보세요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1683</Words>
  <Application>Microsoft Office PowerPoint</Application>
  <PresentationFormat>화면 슬라이드 쇼(16:9)</PresentationFormat>
  <Paragraphs>328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- IoC 컨테이너와 Bean 관리 ②</dc:title>
  <dc:subject>PptxGenJS Presentation</dc:subject>
  <dc:creator>PptxGenJS</dc:creator>
  <cp:lastModifiedBy>상규 남</cp:lastModifiedBy>
  <cp:revision>2</cp:revision>
  <dcterms:created xsi:type="dcterms:W3CDTF">2026-05-25T16:32:55Z</dcterms:created>
  <dcterms:modified xsi:type="dcterms:W3CDTF">2026-05-25T16:35:09Z</dcterms:modified>
</cp:coreProperties>
</file>